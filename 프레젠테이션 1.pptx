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94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86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87" r:id="rId19"/>
    <p:sldId id="272" r:id="rId20"/>
    <p:sldId id="278" r:id="rId21"/>
    <p:sldId id="279" r:id="rId22"/>
    <p:sldId id="273" r:id="rId23"/>
    <p:sldId id="281" r:id="rId24"/>
    <p:sldId id="283" r:id="rId25"/>
    <p:sldId id="284" r:id="rId26"/>
    <p:sldId id="285" r:id="rId27"/>
    <p:sldId id="275" r:id="rId28"/>
    <p:sldId id="288" r:id="rId29"/>
    <p:sldId id="289" r:id="rId30"/>
    <p:sldId id="280" r:id="rId31"/>
    <p:sldId id="290" r:id="rId32"/>
    <p:sldId id="277" r:id="rId33"/>
    <p:sldId id="291" r:id="rId34"/>
    <p:sldId id="292" r:id="rId35"/>
    <p:sldId id="282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 horzBarState="maximized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2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slide" Target="slides/slide28.xml"  /><Relationship Id="rId31" Type="http://schemas.openxmlformats.org/officeDocument/2006/relationships/slide" Target="slides/slide29.xml"  /><Relationship Id="rId32" Type="http://schemas.openxmlformats.org/officeDocument/2006/relationships/slide" Target="slides/slide30.xml"  /><Relationship Id="rId33" Type="http://schemas.openxmlformats.org/officeDocument/2006/relationships/slide" Target="slides/slide31.xml"  /><Relationship Id="rId34" Type="http://schemas.openxmlformats.org/officeDocument/2006/relationships/slide" Target="slides/slide32.xml"  /><Relationship Id="rId35" Type="http://schemas.openxmlformats.org/officeDocument/2006/relationships/slide" Target="slides/slide33.xml"  /><Relationship Id="rId36" Type="http://schemas.openxmlformats.org/officeDocument/2006/relationships/slide" Target="slides/slide34.xml"  /><Relationship Id="rId37" Type="http://schemas.openxmlformats.org/officeDocument/2006/relationships/presProps" Target="presProps.xml"  /><Relationship Id="rId38" Type="http://schemas.openxmlformats.org/officeDocument/2006/relationships/viewProps" Target="viewProps.xml"  /><Relationship Id="rId39" Type="http://schemas.openxmlformats.org/officeDocument/2006/relationships/theme" Target="theme/theme1.xml"  /><Relationship Id="rId4" Type="http://schemas.openxmlformats.org/officeDocument/2006/relationships/slide" Target="slides/slide2.xml"  /><Relationship Id="rId40" Type="http://schemas.openxmlformats.org/officeDocument/2006/relationships/tableStyles" Target="tableStyles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2021-06-13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slide" Target="../slides/slide23.xml"  /><Relationship Id="rId2" Type="http://schemas.openxmlformats.org/officeDocument/2006/relationships/notesMaster" Target="../notesMasters/notesMaster1.xml"  /></Relationships>
</file>

<file path=ppt/notesSlides/_rels/notesSlide24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_rels/notesSlide25.xml.rels><?xml version="1.0" encoding="UTF-8" standalone="yes" ?><Relationships xmlns="http://schemas.openxmlformats.org/package/2006/relationships"><Relationship Id="rId1" Type="http://schemas.openxmlformats.org/officeDocument/2006/relationships/slide" Target="../slides/slide25.xml"  /><Relationship Id="rId2" Type="http://schemas.openxmlformats.org/officeDocument/2006/relationships/notesMaster" Target="../notesMasters/notesMaster1.xml"  /></Relationships>
</file>

<file path=ppt/notesSlides/_rels/notesSlide26.xml.rels><?xml version="1.0" encoding="UTF-8" standalone="yes" ?><Relationships xmlns="http://schemas.openxmlformats.org/package/2006/relationships"><Relationship Id="rId1" Type="http://schemas.openxmlformats.org/officeDocument/2006/relationships/slide" Target="../slides/slide26.xml"  /><Relationship Id="rId2" Type="http://schemas.openxmlformats.org/officeDocument/2006/relationships/notesMaster" Target="../notesMasters/notesMaster1.xml"  /></Relationships>
</file>

<file path=ppt/notesSlides/_rels/notesSlide27.xml.rels><?xml version="1.0" encoding="UTF-8" standalone="yes" ?><Relationships xmlns="http://schemas.openxmlformats.org/package/2006/relationships"><Relationship Id="rId1" Type="http://schemas.openxmlformats.org/officeDocument/2006/relationships/slide" Target="../slides/slide27.xml"  /><Relationship Id="rId2" Type="http://schemas.openxmlformats.org/officeDocument/2006/relationships/notesMaster" Target="../notesMasters/notesMaster1.xml"  /></Relationships>
</file>

<file path=ppt/notesSlides/_rels/notesSlide28.xml.rels><?xml version="1.0" encoding="UTF-8" standalone="yes" ?><Relationships xmlns="http://schemas.openxmlformats.org/package/2006/relationships"><Relationship Id="rId1" Type="http://schemas.openxmlformats.org/officeDocument/2006/relationships/slide" Target="../slides/slide28.xml"  /><Relationship Id="rId2" Type="http://schemas.openxmlformats.org/officeDocument/2006/relationships/notesMaster" Target="../notesMasters/notesMaster1.xml"  /></Relationships>
</file>

<file path=ppt/notesSlides/_rels/notesSlide29.xml.rels><?xml version="1.0" encoding="UTF-8" standalone="yes" ?><Relationships xmlns="http://schemas.openxmlformats.org/package/2006/relationships"><Relationship Id="rId1" Type="http://schemas.openxmlformats.org/officeDocument/2006/relationships/slide" Target="../slides/slide29.xml"  /><Relationship Id="rId2" Type="http://schemas.openxmlformats.org/officeDocument/2006/relationships/notesMaster" Target="../notesMasters/notesMaster1.xml"  /></Relationships>
</file>

<file path=ppt/notesSlides/_rels/notesSlide30.xml.rels><?xml version="1.0" encoding="UTF-8" standalone="yes" ?><Relationships xmlns="http://schemas.openxmlformats.org/package/2006/relationships"><Relationship Id="rId1" Type="http://schemas.openxmlformats.org/officeDocument/2006/relationships/slide" Target="../slides/slide30.xml"  /><Relationship Id="rId2" Type="http://schemas.openxmlformats.org/officeDocument/2006/relationships/notesMaster" Target="../notesMasters/notesMaster1.xml"  /></Relationships>
</file>

<file path=ppt/notesSlides/_rels/notesSlide31.xml.rels><?xml version="1.0" encoding="UTF-8" standalone="yes" ?><Relationships xmlns="http://schemas.openxmlformats.org/package/2006/relationships"><Relationship Id="rId1" Type="http://schemas.openxmlformats.org/officeDocument/2006/relationships/slide" Target="../slides/slide31.xml"  /><Relationship Id="rId2" Type="http://schemas.openxmlformats.org/officeDocument/2006/relationships/notesMaster" Target="../notesMasters/notesMaster1.xml"  /></Relationships>
</file>

<file path=ppt/notesSlides/_rels/notesSlide32.xml.rels><?xml version="1.0" encoding="UTF-8" standalone="yes" ?><Relationships xmlns="http://schemas.openxmlformats.org/package/2006/relationships"><Relationship Id="rId1" Type="http://schemas.openxmlformats.org/officeDocument/2006/relationships/slide" Target="../slides/slide32.xml"  /><Relationship Id="rId2" Type="http://schemas.openxmlformats.org/officeDocument/2006/relationships/notesMaster" Target="../notesMasters/notesMaster1.xml"  /></Relationships>
</file>

<file path=ppt/notesSlides/_rels/notesSlide3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3.xml"  /><Relationship Id="rId2" Type="http://schemas.openxmlformats.org/officeDocument/2006/relationships/notesMaster" Target="../notesMasters/notesMaster1.xml"  /></Relationships>
</file>

<file path=ppt/notesSlides/_rels/notesSlide34.xml.rels><?xml version="1.0" encoding="UTF-8" standalone="yes" ?><Relationships xmlns="http://schemas.openxmlformats.org/package/2006/relationships"><Relationship Id="rId1" Type="http://schemas.openxmlformats.org/officeDocument/2006/relationships/slide" Target="../slides/slide34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18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32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3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3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3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3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3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3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0.xml"  /><Relationship Id="rId2" Type="http://schemas.openxmlformats.org/officeDocument/2006/relationships/slideLayout" Target="../slideLayouts/slideLayout13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1.xml"  /><Relationship Id="rId2" Type="http://schemas.openxmlformats.org/officeDocument/2006/relationships/slideLayout" Target="../slideLayouts/slideLayout13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2" Type="http://schemas.openxmlformats.org/officeDocument/2006/relationships/slideLayout" Target="../slideLayouts/slideLayout13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3.xml"  /><Relationship Id="rId2" Type="http://schemas.openxmlformats.org/officeDocument/2006/relationships/slideLayout" Target="../slideLayouts/slideLayout13.xml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4.xml"  /><Relationship Id="rId2" Type="http://schemas.openxmlformats.org/officeDocument/2006/relationships/slideLayout" Target="../slideLayouts/slideLayout13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5.xml"  /><Relationship Id="rId2" Type="http://schemas.openxmlformats.org/officeDocument/2006/relationships/slideLayout" Target="../slideLayouts/slideLayout13.xml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6.xml"  /><Relationship Id="rId2" Type="http://schemas.openxmlformats.org/officeDocument/2006/relationships/slideLayout" Target="../slideLayouts/slideLayout13.xml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7.xml"  /><Relationship Id="rId2" Type="http://schemas.openxmlformats.org/officeDocument/2006/relationships/slideLayout" Target="../slideLayouts/slideLayout13.xml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8.xml"  /><Relationship Id="rId2" Type="http://schemas.openxmlformats.org/officeDocument/2006/relationships/slideLayout" Target="../slideLayouts/slideLayout13.xml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9.xml"  /><Relationship Id="rId2" Type="http://schemas.openxmlformats.org/officeDocument/2006/relationships/slideLayout" Target="../slideLayouts/slideLayout13.xml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0.xml"  /><Relationship Id="rId2" Type="http://schemas.openxmlformats.org/officeDocument/2006/relationships/slideLayout" Target="../slideLayouts/slideLayout13.xml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1.xml"  /><Relationship Id="rId2" Type="http://schemas.openxmlformats.org/officeDocument/2006/relationships/slideLayout" Target="../slideLayouts/slideLayout13.xml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2.xml"  /><Relationship Id="rId2" Type="http://schemas.openxmlformats.org/officeDocument/2006/relationships/slideLayout" Target="../slideLayouts/slideLayout13.xml"  /></Relationships>
</file>

<file path=ppt/slides/_rels/slide3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3.xml"  /><Relationship Id="rId2" Type="http://schemas.openxmlformats.org/officeDocument/2006/relationships/slideLayout" Target="../slideLayouts/slideLayout13.xml"  /></Relationships>
</file>

<file path=ppt/slides/_rels/slide3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4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366755" y="888750"/>
          <a:ext cx="3209745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9"/>
                <a:gridCol w="2903735"/>
              </a:tblGrid>
              <a:tr h="370839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6" name="Shape 150"/>
          <p:cNvSpPr/>
          <p:nvPr/>
        </p:nvSpPr>
        <p:spPr>
          <a:xfrm>
            <a:off x="2121701" y="3861519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97" name="Shape 150"/>
          <p:cNvSpPr/>
          <p:nvPr/>
        </p:nvSpPr>
        <p:spPr>
          <a:xfrm>
            <a:off x="2121702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98" name="Shape 150"/>
          <p:cNvSpPr/>
          <p:nvPr/>
        </p:nvSpPr>
        <p:spPr>
          <a:xfrm>
            <a:off x="3309810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99" name="타원 35"/>
          <p:cNvSpPr/>
          <p:nvPr/>
        </p:nvSpPr>
        <p:spPr>
          <a:xfrm>
            <a:off x="4388611" y="381537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0" name="타원 52"/>
          <p:cNvSpPr/>
          <p:nvPr/>
        </p:nvSpPr>
        <p:spPr>
          <a:xfrm>
            <a:off x="3061152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1" name="타원 49"/>
          <p:cNvSpPr/>
          <p:nvPr/>
        </p:nvSpPr>
        <p:spPr>
          <a:xfrm>
            <a:off x="4382316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2" name="Shape 150"/>
          <p:cNvSpPr/>
          <p:nvPr/>
        </p:nvSpPr>
        <p:spPr>
          <a:xfrm>
            <a:off x="2121701" y="4762947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비회원 입장</a:t>
            </a:r>
            <a:endParaRPr lang="ko-KR" altLang="en-US" sz="900" kern="0">
              <a:latin typeface="+mn-ea"/>
            </a:endParaRPr>
          </a:p>
        </p:txBody>
      </p:sp>
      <p:sp>
        <p:nvSpPr>
          <p:cNvPr id="103" name="타원 40"/>
          <p:cNvSpPr/>
          <p:nvPr/>
        </p:nvSpPr>
        <p:spPr>
          <a:xfrm>
            <a:off x="4382316" y="472316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9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cxnSp>
        <p:nvCxnSpPr>
          <p:cNvPr id="104" name="직선 연결선 71"/>
          <p:cNvCxnSpPr/>
          <p:nvPr/>
        </p:nvCxnSpPr>
        <p:spPr>
          <a:xfrm>
            <a:off x="1810448" y="3779587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193"/>
          <p:cNvSpPr/>
          <p:nvPr/>
        </p:nvSpPr>
        <p:spPr>
          <a:xfrm>
            <a:off x="5510497" y="286553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아이디 및 비밀번호가 일치하지 않습니다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6" name="타원 58"/>
          <p:cNvSpPr/>
          <p:nvPr/>
        </p:nvSpPr>
        <p:spPr>
          <a:xfrm>
            <a:off x="5454173" y="284181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7" name="Shape 193"/>
          <p:cNvSpPr/>
          <p:nvPr/>
        </p:nvSpPr>
        <p:spPr>
          <a:xfrm>
            <a:off x="5510497" y="322557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8" name="타원 45"/>
          <p:cNvSpPr/>
          <p:nvPr/>
        </p:nvSpPr>
        <p:spPr>
          <a:xfrm>
            <a:off x="5454173" y="31846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06-1.(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2225191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3058410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선택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기본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점 최대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점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내용 박스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파일 첨부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2405467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2445303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2225191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2389097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3207982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2334029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3081485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 선택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3081485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2334029" y="479163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작성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4" name=""/>
          <p:cNvSpPr/>
          <p:nvPr/>
        </p:nvSpPr>
        <p:spPr>
          <a:xfrm>
            <a:off x="2334029" y="5839380"/>
            <a:ext cx="2625484" cy="3248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파일 첨부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75" name="타원 83"/>
          <p:cNvSpPr/>
          <p:nvPr/>
        </p:nvSpPr>
        <p:spPr>
          <a:xfrm>
            <a:off x="2317659" y="479163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6" name="타원 83"/>
          <p:cNvSpPr/>
          <p:nvPr/>
        </p:nvSpPr>
        <p:spPr>
          <a:xfrm>
            <a:off x="2246221" y="576794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7323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91411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2" name=""/>
          <p:cNvSpPr/>
          <p:nvPr/>
        </p:nvSpPr>
        <p:spPr>
          <a:xfrm>
            <a:off x="1892556" y="3960219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3" name="타원 83"/>
          <p:cNvSpPr/>
          <p:nvPr/>
        </p:nvSpPr>
        <p:spPr>
          <a:xfrm>
            <a:off x="1841206" y="387449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50958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사용자의 주문내역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9335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49836" y="2675699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5132" y="2798728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46701" y="2798729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46701" y="3172386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2283" y="3609765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77579" y="3732794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59148" y="3732795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59148" y="4106452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2283" y="4570971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77579" y="4694001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59148" y="4694001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59148" y="506765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77579" y="2155877"/>
            <a:ext cx="2160270" cy="3098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배송지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저장한 배송지목록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배송지 입력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주소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4" name=""/>
          <p:cNvSpPr/>
          <p:nvPr/>
        </p:nvSpPr>
        <p:spPr>
          <a:xfrm>
            <a:off x="798185" y="5340718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15" name=""/>
          <p:cNvCxnSpPr/>
          <p:nvPr/>
        </p:nvCxnSpPr>
        <p:spPr>
          <a:xfrm rot="5400000" flipH="1" flipV="1">
            <a:off x="2476472" y="4064361"/>
            <a:ext cx="2058644" cy="787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4157324" y="33052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우편번호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2" name=""/>
          <p:cNvSpPr/>
          <p:nvPr/>
        </p:nvSpPr>
        <p:spPr>
          <a:xfrm>
            <a:off x="4140911" y="3822382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4150436" y="4358501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4298700" y="2197843"/>
            <a:ext cx="2304288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검색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4307323" y="5340719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3" name="타원 83"/>
          <p:cNvSpPr/>
          <p:nvPr/>
        </p:nvSpPr>
        <p:spPr>
          <a:xfrm>
            <a:off x="3050986" y="52692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4" name="타원 83"/>
          <p:cNvSpPr/>
          <p:nvPr/>
        </p:nvSpPr>
        <p:spPr>
          <a:xfrm>
            <a:off x="6531550" y="526928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6" name=""/>
          <p:cNvSpPr/>
          <p:nvPr/>
        </p:nvSpPr>
        <p:spPr>
          <a:xfrm>
            <a:off x="4157324" y="27297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배송지 별명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7" name="타원 83"/>
          <p:cNvSpPr/>
          <p:nvPr/>
        </p:nvSpPr>
        <p:spPr>
          <a:xfrm>
            <a:off x="6531550" y="213592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 리뷰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42850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96481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ko-KR" altLang="en-US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66082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점수</a:t>
            </a:r>
            <a:endParaRPr lang="ko-KR" altLang="en-US" sz="14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리뷰내용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상품명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"/>
          <p:cNvSpPr/>
          <p:nvPr/>
        </p:nvSpPr>
        <p:spPr>
          <a:xfrm>
            <a:off x="4378762" y="4752673"/>
            <a:ext cx="2158022" cy="66082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리뷰답변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191329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114525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en-US" altLang="ko-KR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공지사항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공지사항 제목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문의하기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4182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여부 확인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 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내용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미 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 “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대기중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”-&gt;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출렦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5819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분류 선택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상품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이용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기타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02724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파일 첨부시 파일 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9296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버튼 클릭 후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“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작성 완료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”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알림 창 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홈 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문의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문의 목록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2" name=""/>
          <p:cNvSpPr/>
          <p:nvPr/>
        </p:nvSpPr>
        <p:spPr>
          <a:xfrm>
            <a:off x="4392477" y="3163772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문의 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8" name=""/>
          <p:cNvSpPr/>
          <p:nvPr/>
        </p:nvSpPr>
        <p:spPr>
          <a:xfrm>
            <a:off x="799085" y="5324619"/>
            <a:ext cx="2304288" cy="28803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하기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49" name=""/>
          <p:cNvCxnSpPr/>
          <p:nvPr/>
        </p:nvCxnSpPr>
        <p:spPr>
          <a:xfrm rot="5400000" flipH="1" flipV="1">
            <a:off x="2004593" y="3450163"/>
            <a:ext cx="3117257" cy="9197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"/>
          <p:cNvSpPr/>
          <p:nvPr/>
        </p:nvSpPr>
        <p:spPr>
          <a:xfrm>
            <a:off x="617462" y="3080576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답변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1" name=""/>
          <p:cNvSpPr/>
          <p:nvPr/>
        </p:nvSpPr>
        <p:spPr>
          <a:xfrm>
            <a:off x="620444" y="36996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내 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2" name=""/>
          <p:cNvSpPr/>
          <p:nvPr/>
        </p:nvSpPr>
        <p:spPr>
          <a:xfrm>
            <a:off x="618160" y="4086478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답변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3" name="타원 83"/>
          <p:cNvSpPr/>
          <p:nvPr/>
        </p:nvSpPr>
        <p:spPr>
          <a:xfrm>
            <a:off x="549006" y="303689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4392478" y="2640849"/>
            <a:ext cx="2158021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분류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6" name=""/>
          <p:cNvSpPr/>
          <p:nvPr/>
        </p:nvSpPr>
        <p:spPr>
          <a:xfrm>
            <a:off x="4403738" y="4482527"/>
            <a:ext cx="2158022" cy="26794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파일 첨부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4392477" y="5190648"/>
            <a:ext cx="2158022" cy="26794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작성하기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8" name="타원 83"/>
          <p:cNvSpPr/>
          <p:nvPr/>
        </p:nvSpPr>
        <p:spPr>
          <a:xfrm>
            <a:off x="4332300" y="26408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9" name="타원 83"/>
          <p:cNvSpPr/>
          <p:nvPr/>
        </p:nvSpPr>
        <p:spPr>
          <a:xfrm>
            <a:off x="4332300" y="44110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0" name="타원 83"/>
          <p:cNvSpPr/>
          <p:nvPr/>
        </p:nvSpPr>
        <p:spPr>
          <a:xfrm>
            <a:off x="4332300" y="511921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  <a:solidFill>
                  <a:srgbClr val="663300"/>
                </a:solidFill>
                <a:latin typeface="Calibri"/>
              </a:rPr>
              <a:t>관리자 페이지 메뉴 정보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<a:solidFill>
                <a:srgbClr val="663300"/>
              </a:solidFill>
              <a:latin typeface="Calibri"/>
            </a:endParaRPr>
          </a:p>
        </p:txBody>
      </p:sp>
      <p:graphicFrame>
        <p:nvGraphicFramePr>
          <p:cNvPr id="5" name=""/>
          <p:cNvGraphicFramePr>
            <a:graphicFrameLocks noGrp="1"/>
          </p:cNvGraphicFramePr>
          <p:nvPr/>
        </p:nvGraphicFramePr>
        <p:xfrm>
          <a:off x="354685" y="1072938"/>
          <a:ext cx="11459745" cy="2786261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공지사항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회원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결제 횟수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사용 금액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배송지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잔여 포인트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쿠폰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전체 주문내역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주문번호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현재 날짜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+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시간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기간별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통계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상품별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지역별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글 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작성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등록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명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 여부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상품 명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노출여부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판매중지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목록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답변하기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"/>
          <p:cNvGraphicFramePr>
            <a:graphicFrameLocks noGrp="1"/>
          </p:cNvGraphicFramePr>
          <p:nvPr/>
        </p:nvGraphicFramePr>
        <p:xfrm>
          <a:off x="366127" y="3859199"/>
          <a:ext cx="11459745" cy="2662498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지점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위치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카카오 지도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연락처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관리자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전용 아이디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6453859" y="6542033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48002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348001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6" name=""/>
          <p:cNvSpPr/>
          <p:nvPr/>
        </p:nvSpPr>
        <p:spPr>
          <a:xfrm>
            <a:off x="464596" y="1093348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7613413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2759716" y="2897019"/>
            <a:ext cx="3901196" cy="2512978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9" name=""/>
          <p:cNvSpPr/>
          <p:nvPr/>
        </p:nvSpPr>
        <p:spPr>
          <a:xfrm>
            <a:off x="3783146" y="3028748"/>
            <a:ext cx="1793538" cy="40025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관리자 로그인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60" name=""/>
          <p:cNvSpPr/>
          <p:nvPr/>
        </p:nvSpPr>
        <p:spPr>
          <a:xfrm>
            <a:off x="2759716" y="3750632"/>
            <a:ext cx="587712" cy="54473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anchorCtr="1"/>
          <a:p>
            <a:pPr algn="ctr">
              <a:defRPr/>
            </a:pPr>
            <a:r>
              <a:rPr lang="en-US" altLang="ko-KR" sz="1300">
                <a:solidFill>
                  <a:schemeClr val="dk1"/>
                </a:solidFill>
              </a:rPr>
              <a:t>ID</a:t>
            </a:r>
            <a:endParaRPr lang="en-US" altLang="ko-KR" sz="1300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2759716" y="4295370"/>
            <a:ext cx="587712" cy="54473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PW</a:t>
            </a: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2" name=""/>
          <p:cNvSpPr/>
          <p:nvPr/>
        </p:nvSpPr>
        <p:spPr>
          <a:xfrm>
            <a:off x="3347428" y="3750631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3347428" y="4295370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"/>
          <p:cNvSpPr/>
          <p:nvPr/>
        </p:nvSpPr>
        <p:spPr>
          <a:xfrm>
            <a:off x="5754011" y="3750632"/>
            <a:ext cx="906902" cy="108947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400">
                <a:solidFill>
                  <a:schemeClr val="dk1"/>
                </a:solidFill>
              </a:rPr>
              <a:t>login</a:t>
            </a:r>
            <a:endParaRPr lang="en-US" altLang="ko-KR" sz="1400">
              <a:solidFill>
                <a:schemeClr val="dk1"/>
              </a:solidFill>
            </a:endParaRPr>
          </a:p>
        </p:txBody>
      </p:sp>
      <p:cxnSp>
        <p:nvCxnSpPr>
          <p:cNvPr id="365" name=""/>
          <p:cNvCxnSpPr/>
          <p:nvPr/>
        </p:nvCxnSpPr>
        <p:spPr>
          <a:xfrm flipV="1">
            <a:off x="6660912" y="2116779"/>
            <a:ext cx="2682707" cy="19062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6" name=""/>
          <p:cNvSpPr/>
          <p:nvPr/>
        </p:nvSpPr>
        <p:spPr>
          <a:xfrm>
            <a:off x="9343619" y="1372844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7" name=""/>
          <p:cNvSpPr/>
          <p:nvPr/>
        </p:nvSpPr>
        <p:spPr>
          <a:xfrm>
            <a:off x="9563904" y="2137885"/>
            <a:ext cx="1865560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9" name=""/>
          <p:cNvSpPr/>
          <p:nvPr/>
        </p:nvSpPr>
        <p:spPr>
          <a:xfrm>
            <a:off x="9563904" y="1610130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로그인에 실패하셨습니다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9378310" y="5158986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9598595" y="5924027"/>
            <a:ext cx="1865560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9598595" y="5396272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로그인에 성공하셨습니다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78" name=""/>
          <p:cNvCxnSpPr>
            <a:endCxn id="375" idx="1"/>
          </p:cNvCxnSpPr>
          <p:nvPr/>
        </p:nvCxnSpPr>
        <p:spPr>
          <a:xfrm>
            <a:off x="6660913" y="4295371"/>
            <a:ext cx="2717397" cy="141104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"/>
          <p:cNvCxnSpPr/>
          <p:nvPr/>
        </p:nvCxnSpPr>
        <p:spPr>
          <a:xfrm rot="16200000" flipV="1">
            <a:off x="9438941" y="4625633"/>
            <a:ext cx="1103948" cy="159698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380" name=""/>
          <p:cNvSpPr/>
          <p:nvPr/>
        </p:nvSpPr>
        <p:spPr>
          <a:xfrm>
            <a:off x="9343619" y="3559507"/>
            <a:ext cx="2410203" cy="5940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관리자 회원관리 페이지 이동</a:t>
            </a:r>
            <a:endParaRPr lang="ko-KR" altLang="en-US" sz="11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서브 메뉴 틀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/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 관리자 메인 화면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253634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3253633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191322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지점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703511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978206" y="1097806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10519045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3253634" y="1097806"/>
            <a:ext cx="724572" cy="51678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</p:txBody>
      </p:sp>
      <p:cxnSp>
        <p:nvCxnSpPr>
          <p:cNvPr id="359" name=""/>
          <p:cNvCxnSpPr/>
          <p:nvPr/>
        </p:nvCxnSpPr>
        <p:spPr>
          <a:xfrm rot="10800000" flipV="1">
            <a:off x="1470295" y="1222543"/>
            <a:ext cx="1894867" cy="1336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0" name=""/>
          <p:cNvSpPr/>
          <p:nvPr/>
        </p:nvSpPr>
        <p:spPr>
          <a:xfrm>
            <a:off x="3481691" y="1903986"/>
            <a:ext cx="8364774" cy="44281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10519045" y="138983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7707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주문내역 리스트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정보수정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검색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정렬방식 선택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이름순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상세정보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1" name=""/>
          <p:cNvSpPr/>
          <p:nvPr/>
        </p:nvSpPr>
        <p:spPr>
          <a:xfrm>
            <a:off x="464564" y="1862248"/>
            <a:ext cx="8466168" cy="467978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63" name=""/>
          <p:cNvSpPr/>
          <p:nvPr/>
        </p:nvSpPr>
        <p:spPr>
          <a:xfrm>
            <a:off x="620470" y="2458003"/>
            <a:ext cx="8177313" cy="128182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5" name=""/>
          <p:cNvSpPr/>
          <p:nvPr/>
        </p:nvSpPr>
        <p:spPr>
          <a:xfrm>
            <a:off x="724364" y="2600287"/>
            <a:ext cx="777674" cy="4859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고유번호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66" name=""/>
          <p:cNvSpPr/>
          <p:nvPr/>
        </p:nvSpPr>
        <p:spPr>
          <a:xfrm>
            <a:off x="1502039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7" name=""/>
          <p:cNvSpPr/>
          <p:nvPr/>
        </p:nvSpPr>
        <p:spPr>
          <a:xfrm>
            <a:off x="2279714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8" name=""/>
          <p:cNvSpPr/>
          <p:nvPr/>
        </p:nvSpPr>
        <p:spPr>
          <a:xfrm>
            <a:off x="3835064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9" name=""/>
          <p:cNvSpPr/>
          <p:nvPr/>
        </p:nvSpPr>
        <p:spPr>
          <a:xfrm>
            <a:off x="461273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0" name=""/>
          <p:cNvSpPr/>
          <p:nvPr/>
        </p:nvSpPr>
        <p:spPr>
          <a:xfrm>
            <a:off x="305738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1" name=""/>
          <p:cNvSpPr/>
          <p:nvPr/>
        </p:nvSpPr>
        <p:spPr>
          <a:xfrm>
            <a:off x="5390414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4" name=""/>
          <p:cNvSpPr/>
          <p:nvPr/>
        </p:nvSpPr>
        <p:spPr>
          <a:xfrm>
            <a:off x="6401147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7411879" y="2600287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724363" y="308624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6123896" y="3313817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8" name=""/>
          <p:cNvSpPr/>
          <p:nvPr/>
        </p:nvSpPr>
        <p:spPr>
          <a:xfrm>
            <a:off x="7226921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9" name="타원 83"/>
          <p:cNvSpPr/>
          <p:nvPr/>
        </p:nvSpPr>
        <p:spPr>
          <a:xfrm>
            <a:off x="6052458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0" name="타원 83"/>
          <p:cNvSpPr/>
          <p:nvPr/>
        </p:nvSpPr>
        <p:spPr>
          <a:xfrm>
            <a:off x="7176524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1" name=""/>
          <p:cNvSpPr/>
          <p:nvPr/>
        </p:nvSpPr>
        <p:spPr>
          <a:xfrm>
            <a:off x="7890630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타원 83"/>
          <p:cNvSpPr/>
          <p:nvPr/>
        </p:nvSpPr>
        <p:spPr>
          <a:xfrm>
            <a:off x="7840233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3" name=""/>
          <p:cNvSpPr/>
          <p:nvPr/>
        </p:nvSpPr>
        <p:spPr>
          <a:xfrm>
            <a:off x="620470" y="3739825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4" name=""/>
          <p:cNvSpPr/>
          <p:nvPr/>
        </p:nvSpPr>
        <p:spPr>
          <a:xfrm>
            <a:off x="7243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"/>
          <p:cNvSpPr/>
          <p:nvPr/>
        </p:nvSpPr>
        <p:spPr>
          <a:xfrm>
            <a:off x="1502039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2279714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38350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461273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305738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5390414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401147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2" name=""/>
          <p:cNvSpPr/>
          <p:nvPr/>
        </p:nvSpPr>
        <p:spPr>
          <a:xfrm>
            <a:off x="7411880" y="3882109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3" name=""/>
          <p:cNvSpPr/>
          <p:nvPr/>
        </p:nvSpPr>
        <p:spPr>
          <a:xfrm>
            <a:off x="724364" y="436807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4" name=""/>
          <p:cNvSpPr/>
          <p:nvPr/>
        </p:nvSpPr>
        <p:spPr>
          <a:xfrm>
            <a:off x="6123896" y="4595639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5" name=""/>
          <p:cNvSpPr/>
          <p:nvPr/>
        </p:nvSpPr>
        <p:spPr>
          <a:xfrm>
            <a:off x="7226921" y="4595639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6" name="타원 83"/>
          <p:cNvSpPr/>
          <p:nvPr/>
        </p:nvSpPr>
        <p:spPr>
          <a:xfrm>
            <a:off x="6052458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7" name="타원 83"/>
          <p:cNvSpPr/>
          <p:nvPr/>
        </p:nvSpPr>
        <p:spPr>
          <a:xfrm>
            <a:off x="7176524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8" name=""/>
          <p:cNvSpPr/>
          <p:nvPr/>
        </p:nvSpPr>
        <p:spPr>
          <a:xfrm>
            <a:off x="7890631" y="4595640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9" name="타원 83"/>
          <p:cNvSpPr/>
          <p:nvPr/>
        </p:nvSpPr>
        <p:spPr>
          <a:xfrm>
            <a:off x="7840234" y="452420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00" name=""/>
          <p:cNvSpPr/>
          <p:nvPr/>
        </p:nvSpPr>
        <p:spPr>
          <a:xfrm>
            <a:off x="620471" y="5021646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1" name=""/>
          <p:cNvSpPr/>
          <p:nvPr/>
        </p:nvSpPr>
        <p:spPr>
          <a:xfrm>
            <a:off x="7243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2" name=""/>
          <p:cNvSpPr/>
          <p:nvPr/>
        </p:nvSpPr>
        <p:spPr>
          <a:xfrm>
            <a:off x="1502040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3" name=""/>
          <p:cNvSpPr/>
          <p:nvPr/>
        </p:nvSpPr>
        <p:spPr>
          <a:xfrm>
            <a:off x="2279715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4" name=""/>
          <p:cNvSpPr/>
          <p:nvPr/>
        </p:nvSpPr>
        <p:spPr>
          <a:xfrm>
            <a:off x="38350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5" name=""/>
          <p:cNvSpPr/>
          <p:nvPr/>
        </p:nvSpPr>
        <p:spPr>
          <a:xfrm>
            <a:off x="461274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6" name=""/>
          <p:cNvSpPr/>
          <p:nvPr/>
        </p:nvSpPr>
        <p:spPr>
          <a:xfrm>
            <a:off x="305739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7" name=""/>
          <p:cNvSpPr/>
          <p:nvPr/>
        </p:nvSpPr>
        <p:spPr>
          <a:xfrm>
            <a:off x="5390415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8" name=""/>
          <p:cNvSpPr/>
          <p:nvPr/>
        </p:nvSpPr>
        <p:spPr>
          <a:xfrm>
            <a:off x="6401148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9" name=""/>
          <p:cNvSpPr/>
          <p:nvPr/>
        </p:nvSpPr>
        <p:spPr>
          <a:xfrm>
            <a:off x="7411880" y="5163931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0" name=""/>
          <p:cNvSpPr/>
          <p:nvPr/>
        </p:nvSpPr>
        <p:spPr>
          <a:xfrm>
            <a:off x="724364" y="564989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1" name=""/>
          <p:cNvSpPr/>
          <p:nvPr/>
        </p:nvSpPr>
        <p:spPr>
          <a:xfrm>
            <a:off x="6123897" y="5877461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2" name=""/>
          <p:cNvSpPr/>
          <p:nvPr/>
        </p:nvSpPr>
        <p:spPr>
          <a:xfrm>
            <a:off x="7226922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3" name="타원 83"/>
          <p:cNvSpPr/>
          <p:nvPr/>
        </p:nvSpPr>
        <p:spPr>
          <a:xfrm>
            <a:off x="6052459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4" name="타원 83"/>
          <p:cNvSpPr/>
          <p:nvPr/>
        </p:nvSpPr>
        <p:spPr>
          <a:xfrm>
            <a:off x="7176525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5" name=""/>
          <p:cNvSpPr/>
          <p:nvPr/>
        </p:nvSpPr>
        <p:spPr>
          <a:xfrm>
            <a:off x="7890631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6" name="타원 83"/>
          <p:cNvSpPr/>
          <p:nvPr/>
        </p:nvSpPr>
        <p:spPr>
          <a:xfrm>
            <a:off x="7840234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7" name=""/>
          <p:cNvSpPr/>
          <p:nvPr/>
        </p:nvSpPr>
        <p:spPr>
          <a:xfrm>
            <a:off x="1959109" y="1974917"/>
            <a:ext cx="4316649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검색 텍스트 박스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418" name=""/>
          <p:cNvSpPr/>
          <p:nvPr/>
        </p:nvSpPr>
        <p:spPr>
          <a:xfrm>
            <a:off x="6275759" y="1974917"/>
            <a:ext cx="768668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검색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420" name=""/>
          <p:cNvSpPr/>
          <p:nvPr/>
        </p:nvSpPr>
        <p:spPr>
          <a:xfrm>
            <a:off x="7470364" y="2033182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정렬방식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1" name="타원 83"/>
          <p:cNvSpPr/>
          <p:nvPr/>
        </p:nvSpPr>
        <p:spPr>
          <a:xfrm>
            <a:off x="7415901" y="196174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2" name="타원 83"/>
          <p:cNvSpPr/>
          <p:nvPr/>
        </p:nvSpPr>
        <p:spPr>
          <a:xfrm>
            <a:off x="6972989" y="19034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3" name="타원 83"/>
          <p:cNvSpPr/>
          <p:nvPr/>
        </p:nvSpPr>
        <p:spPr>
          <a:xfrm>
            <a:off x="724365" y="264763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8320531" y="3806031"/>
            <a:ext cx="1449441" cy="98178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회원상세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7702922" y="3188409"/>
            <a:ext cx="2906488" cy="7599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429" name=""/>
          <p:cNvSpPr/>
          <p:nvPr/>
        </p:nvSpPr>
        <p:spPr>
          <a:xfrm>
            <a:off x="7448754" y="185676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2248508"/>
            <a:ext cx="8217847" cy="42935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12886" y="2857121"/>
          <a:ext cx="7932420" cy="148336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4994"/>
                <a:gridCol w="2930741"/>
                <a:gridCol w="973455"/>
                <a:gridCol w="298323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보유 포인트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3" name=""/>
          <p:cNvGraphicFramePr>
            <a:graphicFrameLocks noGrp="1"/>
          </p:cNvGraphicFramePr>
          <p:nvPr/>
        </p:nvGraphicFramePr>
        <p:xfrm>
          <a:off x="716696" y="4920877"/>
          <a:ext cx="7928609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32656"/>
                <a:gridCol w="669595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4091221" y="2359970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기본 정보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5" name=""/>
          <p:cNvSpPr/>
          <p:nvPr/>
        </p:nvSpPr>
        <p:spPr>
          <a:xfrm>
            <a:off x="4110271" y="4454991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배송지 목록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회원상세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2)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회원 상세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양식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1706516"/>
            <a:ext cx="8217847" cy="48164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03472" y="2270073"/>
          <a:ext cx="7925528" cy="296672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주문번호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날짜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방식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카드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무통장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계좌이체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적립 포인트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지점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쿠폰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할인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휴대폰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배송비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상품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3899755" y="1812789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주문내역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6" name="타원 83"/>
          <p:cNvSpPr/>
          <p:nvPr/>
        </p:nvSpPr>
        <p:spPr>
          <a:xfrm>
            <a:off x="641448" y="21986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상세보기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2248508"/>
            <a:ext cx="8385104" cy="42935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34" name=""/>
          <p:cNvSpPr/>
          <p:nvPr/>
        </p:nvSpPr>
        <p:spPr>
          <a:xfrm>
            <a:off x="4210657" y="2359970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 통계</a:t>
            </a:r>
            <a:endParaRPr lang="ko-KR" altLang="en-US" sz="1300">
              <a:solidFill>
                <a:srgbClr val="000000"/>
              </a:solidFill>
            </a:endParaRPr>
          </a:p>
        </p:txBody>
      </p:sp>
      <p:graphicFrame>
        <p:nvGraphicFramePr>
          <p:cNvPr id="438" name=""/>
          <p:cNvGraphicFramePr>
            <a:graphicFrameLocks noGrp="1"/>
          </p:cNvGraphicFramePr>
          <p:nvPr/>
        </p:nvGraphicFramePr>
        <p:xfrm>
          <a:off x="929172" y="2981960"/>
          <a:ext cx="7628820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92827"/>
                <a:gridCol w="2185655"/>
                <a:gridCol w="2164679"/>
                <a:gridCol w="2185657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일별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월별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0" name=""/>
          <p:cNvGraphicFramePr>
            <a:graphicFrameLocks noGrp="1"/>
          </p:cNvGraphicFramePr>
          <p:nvPr/>
        </p:nvGraphicFramePr>
        <p:xfrm>
          <a:off x="558328" y="4000811"/>
          <a:ext cx="8385103" cy="74168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01165"/>
                <a:gridCol w="1201165"/>
                <a:gridCol w="1189637"/>
                <a:gridCol w="1189637"/>
                <a:gridCol w="1201166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수단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전화번호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1" name=""/>
          <p:cNvGraphicFramePr>
            <a:graphicFrameLocks noGrp="1"/>
          </p:cNvGraphicFramePr>
          <p:nvPr/>
        </p:nvGraphicFramePr>
        <p:xfrm>
          <a:off x="558328" y="4875841"/>
          <a:ext cx="8385103" cy="74168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01165"/>
                <a:gridCol w="1201165"/>
                <a:gridCol w="1189637"/>
                <a:gridCol w="1189637"/>
                <a:gridCol w="1201166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수단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전화번호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2" name=""/>
          <p:cNvGraphicFramePr>
            <a:graphicFrameLocks noGrp="1"/>
          </p:cNvGraphicFramePr>
          <p:nvPr/>
        </p:nvGraphicFramePr>
        <p:xfrm>
          <a:off x="558329" y="5787034"/>
          <a:ext cx="8385103" cy="74168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01165"/>
                <a:gridCol w="1201165"/>
                <a:gridCol w="1189637"/>
                <a:gridCol w="1189637"/>
                <a:gridCol w="1201166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수단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전화번호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43" name="타원 83"/>
          <p:cNvSpPr/>
          <p:nvPr/>
        </p:nvSpPr>
        <p:spPr>
          <a:xfrm>
            <a:off x="486891" y="40008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2)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전제 주문내역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1706516"/>
            <a:ext cx="8217847" cy="48164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03472" y="2270073"/>
          <a:ext cx="7925528" cy="25958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주문번호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날짜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방식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카드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무통장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계좌이체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적립 포인트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지점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쿠폰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휴대폰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상품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3899755" y="1812789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주문내역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6" name="타원 83"/>
          <p:cNvSpPr/>
          <p:nvPr/>
        </p:nvSpPr>
        <p:spPr>
          <a:xfrm>
            <a:off x="641448" y="21986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045708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리스트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 시 수정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수정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삭제 여부 물어본 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삭제 버튼 클릭시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551030" y="2998145"/>
          <a:ext cx="8385936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48929"/>
                <a:gridCol w="4734675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게시글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출력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제목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 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479593" y="299814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8" name=""/>
          <p:cNvGraphicFramePr>
            <a:graphicFrameLocks noGrp="1"/>
          </p:cNvGraphicFramePr>
          <p:nvPr/>
        </p:nvGraphicFramePr>
        <p:xfrm>
          <a:off x="557493" y="4569162"/>
          <a:ext cx="8385937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38797"/>
                <a:gridCol w="4744808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게시글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출력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제목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타원 83"/>
          <p:cNvSpPr/>
          <p:nvPr/>
        </p:nvSpPr>
        <p:spPr>
          <a:xfrm>
            <a:off x="486056" y="45691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0" name=""/>
          <p:cNvSpPr/>
          <p:nvPr/>
        </p:nvSpPr>
        <p:spPr>
          <a:xfrm>
            <a:off x="8279720" y="2746113"/>
            <a:ext cx="663709" cy="25203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삭제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71" name=""/>
          <p:cNvSpPr/>
          <p:nvPr/>
        </p:nvSpPr>
        <p:spPr>
          <a:xfrm>
            <a:off x="7616011" y="2746113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2" name="타원 83"/>
          <p:cNvSpPr/>
          <p:nvPr/>
        </p:nvSpPr>
        <p:spPr>
          <a:xfrm>
            <a:off x="7544573" y="26820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3" name="타원 83"/>
          <p:cNvSpPr/>
          <p:nvPr/>
        </p:nvSpPr>
        <p:spPr>
          <a:xfrm>
            <a:off x="8208283" y="26820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4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정말로 삭제하시겠습니까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78" name=""/>
          <p:cNvCxnSpPr/>
          <p:nvPr/>
        </p:nvCxnSpPr>
        <p:spPr>
          <a:xfrm rot="16200000" flipH="1">
            <a:off x="8243325" y="3565769"/>
            <a:ext cx="2168853" cy="78157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3" name=""/>
          <p:cNvSpPr/>
          <p:nvPr/>
        </p:nvSpPr>
        <p:spPr>
          <a:xfrm>
            <a:off x="8279721" y="4317131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4" name=""/>
          <p:cNvSpPr/>
          <p:nvPr/>
        </p:nvSpPr>
        <p:spPr>
          <a:xfrm>
            <a:off x="7616012" y="4317131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타원 83"/>
          <p:cNvSpPr/>
          <p:nvPr/>
        </p:nvSpPr>
        <p:spPr>
          <a:xfrm>
            <a:off x="7544574" y="425307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6" name="타원 83"/>
          <p:cNvSpPr/>
          <p:nvPr/>
        </p:nvSpPr>
        <p:spPr>
          <a:xfrm>
            <a:off x="8208284" y="425307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837942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6" y="2877196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6" y="2877196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제목 입력 박스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7342418" y="2507786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출력 여부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6869952" y="2513656"/>
            <a:ext cx="472466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V</a:t>
            </a:r>
            <a:endPara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6" y="3246606"/>
            <a:ext cx="7807523" cy="248764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입력 박스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4" y="5916646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저장하기</a:t>
            </a:r>
            <a:endParaRPr lang="ko-KR" altLang="en-US" sz="12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수정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837942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수정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6" y="2877196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6" y="2877196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제목 값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7342418" y="2507786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출력 여부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6869952" y="2513656"/>
            <a:ext cx="472466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V</a:t>
            </a:r>
            <a:endPara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6" y="3246606"/>
            <a:ext cx="7807523" cy="248764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값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4" y="5916646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저장하기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90" name=""/>
          <p:cNvSpPr/>
          <p:nvPr/>
        </p:nvSpPr>
        <p:spPr>
          <a:xfrm>
            <a:off x="5910980" y="5916646"/>
            <a:ext cx="1304714" cy="38505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취소하기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고객문의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432408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고객문의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1553864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여부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답변 완료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미 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답변하기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62163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문의답변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고객 문의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551030" y="2998145"/>
          <a:ext cx="8385936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177998"/>
                <a:gridCol w="1120980"/>
                <a:gridCol w="3684625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답변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유형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479593" y="299814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고객 문의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1" name=""/>
          <p:cNvSpPr/>
          <p:nvPr/>
        </p:nvSpPr>
        <p:spPr>
          <a:xfrm>
            <a:off x="1890876" y="3739825"/>
            <a:ext cx="815704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답변하기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72" name="타원 83"/>
          <p:cNvSpPr/>
          <p:nvPr/>
        </p:nvSpPr>
        <p:spPr>
          <a:xfrm>
            <a:off x="1819438" y="36683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문의 답변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답변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답변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4" y="4295813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답글 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5" y="4295813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문의 답변 제목 입력 박스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5" y="4665223"/>
            <a:ext cx="7807523" cy="128182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입력 박스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5" y="6061719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답변하기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96" name=""/>
          <p:cNvSpPr/>
          <p:nvPr/>
        </p:nvSpPr>
        <p:spPr>
          <a:xfrm>
            <a:off x="712884" y="2644581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내용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7" name=""/>
          <p:cNvSpPr/>
          <p:nvPr/>
        </p:nvSpPr>
        <p:spPr>
          <a:xfrm>
            <a:off x="1890874" y="2644581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문의 유형 값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작성 시간 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8" name=""/>
          <p:cNvSpPr/>
          <p:nvPr/>
        </p:nvSpPr>
        <p:spPr>
          <a:xfrm>
            <a:off x="712884" y="3013991"/>
            <a:ext cx="780752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내용 값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9" name="타원 83"/>
          <p:cNvSpPr/>
          <p:nvPr/>
        </p:nvSpPr>
        <p:spPr>
          <a:xfrm>
            <a:off x="570010" y="25731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00" name="타원 83"/>
          <p:cNvSpPr/>
          <p:nvPr/>
        </p:nvSpPr>
        <p:spPr>
          <a:xfrm>
            <a:off x="641448" y="422437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401" name=""/>
          <p:cNvGraphicFramePr>
            <a:graphicFrameLocks noGrp="1"/>
          </p:cNvGraphicFramePr>
          <p:nvPr/>
        </p:nvGraphicFramePr>
        <p:xfrm>
          <a:off x="9400022" y="956677"/>
          <a:ext cx="2514276" cy="2277993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답변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수신된 문의 값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상단에 보일 수 있게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03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4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5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6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답변 하시겠습니까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407" name=""/>
          <p:cNvCxnSpPr>
            <a:endCxn id="403" idx="1"/>
          </p:cNvCxnSpPr>
          <p:nvPr/>
        </p:nvCxnSpPr>
        <p:spPr>
          <a:xfrm flipV="1">
            <a:off x="8279722" y="5588417"/>
            <a:ext cx="1218532" cy="54743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클릭시 상품 등록으로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클릭시 상품 수정 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422036" y="2743898"/>
          <a:ext cx="8524000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0689"/>
                <a:gridCol w="1220689"/>
                <a:gridCol w="1220689"/>
                <a:gridCol w="1208973"/>
                <a:gridCol w="1211580"/>
                <a:gridCol w="1220690"/>
                <a:gridCol w="122069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카테고리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200" b="0">
                          <a:solidFill>
                            <a:schemeClr val="dk1"/>
                          </a:solidFill>
                          <a:effectLst/>
                        </a:rPr>
                        <a:t>상품 판매 여부</a:t>
                      </a:r>
                      <a:endParaRPr lang="ko-KR" altLang="en-US" sz="12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조회 수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  <a:effectLst/>
                        </a:rPr>
                        <a:t>체크박스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7543412" y="2157227"/>
            <a:ext cx="145198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363" name=""/>
          <p:cNvGraphicFramePr>
            <a:graphicFrameLocks noGrp="1"/>
          </p:cNvGraphicFramePr>
          <p:nvPr/>
        </p:nvGraphicFramePr>
        <p:xfrm>
          <a:off x="424358" y="3485578"/>
          <a:ext cx="8528685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1105"/>
                <a:gridCol w="1221105"/>
                <a:gridCol w="1221105"/>
                <a:gridCol w="1211580"/>
                <a:gridCol w="1211580"/>
                <a:gridCol w="1221105"/>
                <a:gridCol w="1221105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썸네일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재고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200" b="0">
                          <a:solidFill>
                            <a:schemeClr val="dk1"/>
                          </a:solidFill>
                        </a:rPr>
                        <a:t>상품 품절 여부</a:t>
                      </a:r>
                      <a:endParaRPr lang="ko-KR" altLang="en-US" sz="12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상품 구매 수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수정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삭제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상품 이미지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체크박스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버튼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버튼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5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9" name=""/>
          <p:cNvGraphicFramePr>
            <a:graphicFrameLocks noGrp="1"/>
          </p:cNvGraphicFramePr>
          <p:nvPr/>
        </p:nvGraphicFramePr>
        <p:xfrm>
          <a:off x="429042" y="4527707"/>
          <a:ext cx="8524000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0689"/>
                <a:gridCol w="1220689"/>
                <a:gridCol w="1220689"/>
                <a:gridCol w="1208973"/>
                <a:gridCol w="1211580"/>
                <a:gridCol w="1220690"/>
                <a:gridCol w="122069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카테고리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금액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판매 여부</a:t>
                      </a:r>
                      <a:endPara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상품 조회 수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주문 상태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r>
                        <a:rPr xmlns:mc="http://schemas.openxmlformats.org/markup-compatibility/2006" xmlns:hp="http://schemas.haansoft.com/office/presentation/8.0" kumimoji="0" lang="en-US" altLang="ko-KR" sz="11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Calibri"/>
                        </a:rPr>
                        <a:t>(</a:t>
                      </a:r>
                      <a:r>
                        <a:rPr xmlns:mc="http://schemas.openxmlformats.org/markup-compatibility/2006" xmlns:hp="http://schemas.haansoft.com/office/presentation/8.0" kumimoji="0" lang="ko-KR" altLang="en-US" sz="11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체크박스</a:t>
                      </a:r>
                      <a:r>
                        <a:rPr xmlns:mc="http://schemas.openxmlformats.org/markup-compatibility/2006" xmlns:hp="http://schemas.haansoft.com/office/presentation/8.0" kumimoji="0" lang="en-US" altLang="ko-KR" sz="11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Calibri"/>
                        </a:rPr>
                        <a:t>)</a:t>
                      </a:r>
                      <a:endParaRPr xmlns:mc="http://schemas.openxmlformats.org/markup-compatibility/2006" xmlns:hp="http://schemas.haansoft.com/office/presentation/8.0" kumimoji="0" lang="en-US" altLang="ko-KR" sz="11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1" name=""/>
          <p:cNvGraphicFramePr>
            <a:graphicFrameLocks noGrp="1"/>
          </p:cNvGraphicFramePr>
          <p:nvPr/>
        </p:nvGraphicFramePr>
        <p:xfrm>
          <a:off x="431364" y="5269387"/>
          <a:ext cx="8528685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1105"/>
                <a:gridCol w="1221105"/>
                <a:gridCol w="1221105"/>
                <a:gridCol w="1211580"/>
                <a:gridCol w="1211580"/>
                <a:gridCol w="1221105"/>
                <a:gridCol w="1221105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썸네일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재고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품절 여부</a:t>
                      </a:r>
                      <a:endParaRPr xmlns:mc="http://schemas.openxmlformats.org/markup-compatibility/2006" xmlns:hp="http://schemas.haansoft.com/office/presentation/8.0" kumimoji="0" lang="ko-KR" altLang="en-US" sz="12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구매 수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수정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삭제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이미지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Calibri"/>
                        </a:rPr>
                        <a:t>(</a:t>
                      </a: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체크박스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Calibri"/>
                        </a:rPr>
                        <a:t>)</a:t>
                      </a:r>
                      <a:endPara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버튼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버튼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72" name="타원 83"/>
          <p:cNvSpPr/>
          <p:nvPr/>
        </p:nvSpPr>
        <p:spPr>
          <a:xfrm>
            <a:off x="6671571" y="3856418"/>
            <a:ext cx="145198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3" name="타원 83"/>
          <p:cNvSpPr/>
          <p:nvPr/>
        </p:nvSpPr>
        <p:spPr>
          <a:xfrm>
            <a:off x="7841784" y="3856418"/>
            <a:ext cx="145198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4" name=""/>
          <p:cNvSpPr/>
          <p:nvPr/>
        </p:nvSpPr>
        <p:spPr>
          <a:xfrm>
            <a:off x="7632630" y="2263144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등록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정말로 삭제하시겠습니까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79" name=""/>
          <p:cNvCxnSpPr/>
          <p:nvPr/>
        </p:nvCxnSpPr>
        <p:spPr>
          <a:xfrm>
            <a:off x="8617854" y="3999295"/>
            <a:ext cx="1251860" cy="104168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"/>
          <p:cNvCxnSpPr/>
          <p:nvPr/>
        </p:nvCxnSpPr>
        <p:spPr>
          <a:xfrm flipV="1">
            <a:off x="8826498" y="5806023"/>
            <a:ext cx="671756" cy="10031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등록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0948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 양식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등록하기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등록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5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등록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81" name=""/>
          <p:cNvGraphicFramePr>
            <a:graphicFrameLocks noGrp="1"/>
          </p:cNvGraphicFramePr>
          <p:nvPr/>
        </p:nvGraphicFramePr>
        <p:xfrm>
          <a:off x="632034" y="2685948"/>
          <a:ext cx="7925528" cy="25958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현재시간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초까지</a:t>
                      </a:r>
                      <a:r>
                        <a: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)</a:t>
                      </a:r>
                      <a:endParaRPr xmlns:mc="http://schemas.openxmlformats.org/markup-compatibility/2006" xmlns:hp="http://schemas.haansoft.com/office/presentation/8.0" kumimoji="0" lang="en-US" altLang="ko-KR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금액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카테고리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썸네일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메인 이미지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미리보기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미리보기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상세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설명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Calibri"/>
                        </a:rPr>
                        <a:t>입력 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83" name="타원 83"/>
          <p:cNvSpPr/>
          <p:nvPr/>
        </p:nvSpPr>
        <p:spPr>
          <a:xfrm>
            <a:off x="570010" y="261451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4" name=""/>
          <p:cNvSpPr/>
          <p:nvPr/>
        </p:nvSpPr>
        <p:spPr>
          <a:xfrm>
            <a:off x="7290939" y="5970806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등록하기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타원 83"/>
          <p:cNvSpPr/>
          <p:nvPr/>
        </p:nvSpPr>
        <p:spPr>
          <a:xfrm>
            <a:off x="7219501" y="59708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수정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0948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수정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 양식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등록하기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5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81" name=""/>
          <p:cNvGraphicFramePr>
            <a:graphicFrameLocks noGrp="1"/>
          </p:cNvGraphicFramePr>
          <p:nvPr/>
        </p:nvGraphicFramePr>
        <p:xfrm>
          <a:off x="632034" y="2685948"/>
          <a:ext cx="7925528" cy="25958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금액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카테고리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썸네일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메인 이미지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파일 선택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현재 썸네일 미리보기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현재 이미지 미리보기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 상세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설명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2b2b2">
                        <a:alpha val="100000"/>
                      </a:srgbClr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Calibri"/>
                        </a:rPr>
                        <a:t>입력 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l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8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83" name="타원 83"/>
          <p:cNvSpPr/>
          <p:nvPr/>
        </p:nvSpPr>
        <p:spPr>
          <a:xfrm>
            <a:off x="570010" y="261451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4" name=""/>
          <p:cNvSpPr/>
          <p:nvPr/>
        </p:nvSpPr>
        <p:spPr>
          <a:xfrm>
            <a:off x="7362622" y="5972555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취소하기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타원 83"/>
          <p:cNvSpPr/>
          <p:nvPr/>
        </p:nvSpPr>
        <p:spPr>
          <a:xfrm>
            <a:off x="7362622" y="590111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8" name=""/>
          <p:cNvSpPr/>
          <p:nvPr/>
        </p:nvSpPr>
        <p:spPr>
          <a:xfrm>
            <a:off x="6091237" y="5972555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수정하기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타원 83"/>
          <p:cNvSpPr/>
          <p:nvPr/>
        </p:nvSpPr>
        <p:spPr>
          <a:xfrm>
            <a:off x="6000749" y="59439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지점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지점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2211</ep:Words>
  <ep:PresentationFormat>화면 슬라이드 쇼(4:3)</ep:PresentationFormat>
  <ep:Paragraphs>634</ep:Paragraphs>
  <ep:Slides>34</ep:Slides>
  <ep:Notes>34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ep:HeadingPairs>
  <ep:TitlesOfParts>
    <vt:vector size="35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2021-06-13T08:57:08.006</dcterms:modified>
  <cp:revision>370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