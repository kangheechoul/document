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87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9" r:id="rId20"/>
    <p:sldId id="273" r:id="rId21"/>
    <p:sldId id="281" r:id="rId22"/>
    <p:sldId id="283" r:id="rId23"/>
    <p:sldId id="284" r:id="rId24"/>
    <p:sldId id="285" r:id="rId25"/>
    <p:sldId id="275" r:id="rId26"/>
    <p:sldId id="280" r:id="rId27"/>
    <p:sldId id="277" r:id="rId28"/>
    <p:sldId id="282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5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presProps" Target="presProps.xml"  /><Relationship Id="rId31" Type="http://schemas.openxmlformats.org/officeDocument/2006/relationships/viewProps" Target="viewProps.xml"  /><Relationship Id="rId32" Type="http://schemas.openxmlformats.org/officeDocument/2006/relationships/theme" Target="theme/theme1.xml"  /><Relationship Id="rId33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7692774" y="6542032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1586917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1586916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1703511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8852328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998631" y="2897018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5022061" y="3028747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3998631" y="3750631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3998631" y="4295369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4586343" y="375063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586343" y="4295369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6992926" y="3750631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3429000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Description5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1628</ep:Words>
  <ep:PresentationFormat>화면 슬라이드 쇼(4:3)</ep:PresentationFormat>
  <ep:Paragraphs>487</ep:Paragraphs>
  <ep:Slides>27</ep:Slides>
  <ep:Notes>27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ep:HeadingPairs>
  <ep:TitlesOfParts>
    <vt:vector size="28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2021-06-08T14:48:32.161</dcterms:modified>
  <cp:revision>257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