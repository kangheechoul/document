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793" r:id="rId1"/>
  </p:sldMasterIdLst>
  <p:notesMasterIdLst>
    <p:notesMasterId r:id="rId2"/>
  </p:notes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8" r:id="rId19"/>
    <p:sldId id="279" r:id="rId20"/>
    <p:sldId id="273" r:id="rId21"/>
    <p:sldId id="281" r:id="rId22"/>
    <p:sldId id="274" r:id="rId23"/>
    <p:sldId id="275" r:id="rId24"/>
    <p:sldId id="280" r:id="rId25"/>
    <p:sldId id="277" r:id="rId26"/>
    <p:sldId id="282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6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slide" Target="slides/slide23.xml"  /><Relationship Id="rId26" Type="http://schemas.openxmlformats.org/officeDocument/2006/relationships/slide" Target="slides/slide24.xml"  /><Relationship Id="rId27" Type="http://schemas.openxmlformats.org/officeDocument/2006/relationships/slide" Target="slides/slide25.xml"  /><Relationship Id="rId28" Type="http://schemas.openxmlformats.org/officeDocument/2006/relationships/presProps" Target="presProps.xml"  /><Relationship Id="rId29" Type="http://schemas.openxmlformats.org/officeDocument/2006/relationships/viewProps" Target="viewProps.xml"  /><Relationship Id="rId3" Type="http://schemas.openxmlformats.org/officeDocument/2006/relationships/slide" Target="slides/slide1.xml"  /><Relationship Id="rId30" Type="http://schemas.openxmlformats.org/officeDocument/2006/relationships/theme" Target="theme/theme1.xml"  /><Relationship Id="rId31" Type="http://schemas.openxmlformats.org/officeDocument/2006/relationships/tableStyles" Target="tableStyles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2021-06-06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slide" Target="../slides/slide15.xml"  /><Relationship Id="rId2" Type="http://schemas.openxmlformats.org/officeDocument/2006/relationships/notesMaster" Target="../notesMasters/notesMaster1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slide" Target="../slides/slide16.xml"  /><Relationship Id="rId2" Type="http://schemas.openxmlformats.org/officeDocument/2006/relationships/notesMaster" Target="../notesMasters/notesMaster1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slide" Target="../slides/slide17.xml"  /><Relationship Id="rId2" Type="http://schemas.openxmlformats.org/officeDocument/2006/relationships/notesMaster" Target="../notesMasters/notesMaster1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slide" Target="../slides/slide18.xml"  /><Relationship Id="rId2" Type="http://schemas.openxmlformats.org/officeDocument/2006/relationships/notesMaster" Target="../notesMasters/notesMaster1.xml"  /></Relationships>
</file>

<file path=ppt/notesSlides/_rels/notesSlide19.xml.rels><?xml version="1.0" encoding="UTF-8" standalone="yes" ?><Relationships xmlns="http://schemas.openxmlformats.org/package/2006/relationships"><Relationship Id="rId1" Type="http://schemas.openxmlformats.org/officeDocument/2006/relationships/slide" Target="../slides/slide19.xml"  /><Relationship Id="rId2" Type="http://schemas.openxmlformats.org/officeDocument/2006/relationships/notesMaster" Target="../notesMasters/notesMaster1.xml"  /></Relationships>
</file>

<file path=ppt/notesSlides/_rels/notesSlide20.xml.rels><?xml version="1.0" encoding="UTF-8" standalone="yes" ?><Relationships xmlns="http://schemas.openxmlformats.org/package/2006/relationships"><Relationship Id="rId1" Type="http://schemas.openxmlformats.org/officeDocument/2006/relationships/slide" Target="../slides/slide20.xml"  /><Relationship Id="rId2" Type="http://schemas.openxmlformats.org/officeDocument/2006/relationships/notesMaster" Target="../notesMasters/notesMaster1.xml"  /></Relationships>
</file>

<file path=ppt/notesSlides/_rels/notesSlide21.xml.rels><?xml version="1.0" encoding="UTF-8" standalone="yes" ?><Relationships xmlns="http://schemas.openxmlformats.org/package/2006/relationships"><Relationship Id="rId1" Type="http://schemas.openxmlformats.org/officeDocument/2006/relationships/slide" Target="../slides/slide21.xml"  /><Relationship Id="rId2" Type="http://schemas.openxmlformats.org/officeDocument/2006/relationships/notesMaster" Target="../notesMasters/notesMaster1.xml"  /></Relationships>
</file>

<file path=ppt/notesSlides/_rels/notesSlide2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2.xml"  /><Relationship Id="rId2" Type="http://schemas.openxmlformats.org/officeDocument/2006/relationships/notesMaster" Target="../notesMasters/notesMaster1.xml"  /></Relationships>
</file>

<file path=ppt/notesSlides/_rels/notesSlide23.xml.rels><?xml version="1.0" encoding="UTF-8" standalone="yes" ?><Relationships xmlns="http://schemas.openxmlformats.org/package/2006/relationships"><Relationship Id="rId1" Type="http://schemas.openxmlformats.org/officeDocument/2006/relationships/slide" Target="../slides/slide23.xml"  /><Relationship Id="rId2" Type="http://schemas.openxmlformats.org/officeDocument/2006/relationships/notesMaster" Target="../notesMasters/notesMaster1.xml"  /></Relationships>
</file>

<file path=ppt/notesSlides/_rels/notesSlide24.xml.rels><?xml version="1.0" encoding="UTF-8" standalone="yes" ?><Relationships xmlns="http://schemas.openxmlformats.org/package/2006/relationships"><Relationship Id="rId1" Type="http://schemas.openxmlformats.org/officeDocument/2006/relationships/slide" Target="../slides/slide24.xml"  /><Relationship Id="rId2" Type="http://schemas.openxmlformats.org/officeDocument/2006/relationships/notesMaster" Target="../notesMasters/notesMaster1.xml"  /></Relationships>
</file>

<file path=ppt/notesSlides/_rels/notesSlide25.xml.rels><?xml version="1.0" encoding="UTF-8" standalone="yes" ?><Relationships xmlns="http://schemas.openxmlformats.org/package/2006/relationships"><Relationship Id="rId1" Type="http://schemas.openxmlformats.org/officeDocument/2006/relationships/slide" Target="../slides/slide25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16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1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24</a:t>
            </a:fld>
            <a:endParaRPr lang="en-US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1" matchingName="2_빈화면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335360" y="332656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/>
          <p:cNvCxnSpPr/>
          <p:nvPr userDrawn="1"/>
        </p:nvCxnSpPr>
        <p:spPr>
          <a:xfrm>
            <a:off x="335360" y="83671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 userDrawn="1"/>
        </p:nvCxnSpPr>
        <p:spPr>
          <a:xfrm>
            <a:off x="335360" y="659735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359491" y="6542032"/>
            <a:ext cx="262596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2FECCACC-60ED-4580-AB4B-3C07270897C0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239348" y="92644"/>
            <a:ext cx="3264362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en-US" altLang="ko-KR" sz="1100" b="1">
                <a:solidFill>
                  <a:srgbClr val="663300"/>
                </a:solidFill>
                <a:latin typeface="+mn-ea"/>
              </a:rPr>
              <a:t>Mobile App </a:t>
            </a:r>
            <a:r>
              <a:rPr lang="en-US" altLang="ko-KR" sz="1100" b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Storyboard</a:t>
            </a:r>
            <a:endParaRPr lang="en-US" altLang="ko-KR" sz="1100" b="1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slideLayout" Target="../slideLayouts/slideLayout13.xml"  /><Relationship Id="rId14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한컴오피스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422D86A-5F52-4165-8473-F1B836277586}" type="datetime1">
              <a:rPr lang="ko-KR" altLang="en-US"/>
              <a:pPr lvl="0">
                <a:defRPr/>
              </a:pPr>
              <a:t>2021-05-22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</p:sldLayoutIdLst>
  <p:transition xmlns:mc="http://schemas.openxmlformats.org/markup-compatibility/2006" xmlns:hp="http://schemas.haansoft.com/office/presentation/8.0" mc:Ignorable="hp" hp:hslDur="500"/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3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3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3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3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3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3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3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3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3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13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13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13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4.xml"  /><Relationship Id="rId2" Type="http://schemas.openxmlformats.org/officeDocument/2006/relationships/slideLayout" Target="../slideLayouts/slideLayout13.xml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5.xml"  /><Relationship Id="rId2" Type="http://schemas.openxmlformats.org/officeDocument/2006/relationships/slideLayout" Target="../slideLayouts/slideLayout13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13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7.xml"  /><Relationship Id="rId2" Type="http://schemas.openxmlformats.org/officeDocument/2006/relationships/slideLayout" Target="../slideLayouts/slideLayout13.xml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8.xml"  /><Relationship Id="rId2" Type="http://schemas.openxmlformats.org/officeDocument/2006/relationships/slideLayout" Target="../slideLayouts/slideLayout13.xml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9.xml"  /><Relationship Id="rId2" Type="http://schemas.openxmlformats.org/officeDocument/2006/relationships/slideLayout" Target="../slideLayouts/slideLayout13.xml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0.xml"  /><Relationship Id="rId2" Type="http://schemas.openxmlformats.org/officeDocument/2006/relationships/slideLayout" Target="../slideLayouts/slideLayout13.xml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1.xml"  /><Relationship Id="rId2" Type="http://schemas.openxmlformats.org/officeDocument/2006/relationships/slideLayout" Target="../slideLayouts/slideLayout13.xml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2.xml"  /><Relationship Id="rId2" Type="http://schemas.openxmlformats.org/officeDocument/2006/relationships/slideLayout" Target="../slideLayouts/slideLayout13.xml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3.xml"  /><Relationship Id="rId2" Type="http://schemas.openxmlformats.org/officeDocument/2006/relationships/slideLayout" Target="../slideLayouts/slideLayout13.xml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4.xml"  /><Relationship Id="rId2" Type="http://schemas.openxmlformats.org/officeDocument/2006/relationships/slideLayout" Target="../slideLayouts/slideLayout13.xml"  /></Relationships>
</file>

<file path=ppt/slides/_rels/slide2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5.xml"  /><Relationship Id="rId2" Type="http://schemas.openxmlformats.org/officeDocument/2006/relationships/slideLayout" Target="../slideLayouts/slideLayout13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366755" y="888750"/>
          <a:ext cx="3209745" cy="56043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09"/>
                <a:gridCol w="2903735"/>
              </a:tblGrid>
              <a:tr h="370839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617220">
                <a:tc gridSpan="2">
                  <a:txBody>
                    <a:bodyPr vert="horz" lIns="91440" tIns="45720" rIns="91440" bIns="45720" anchor="ctr" anchorCtr="0"/>
                    <a:p>
                      <a:pPr marL="171450" marR="0" lvl="0" indent="-17145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§"/>
                        <a:defRPr sz="1800" b="0" i="0"/>
                      </a:pPr>
                      <a:r>
                        <a:rPr lang="ko-KR" altLang="en-US" sz="800" b="0"/>
                        <a:t>로그인 화면</a:t>
                      </a:r>
                      <a:endParaRPr lang="ko-KR" altLang="en-US" sz="800" b="0"/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다른 기기에서 중복 로그인 불가능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새 기기에서 로그인 시 마지막으로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로그인된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기기에서 자동 로그아웃 처리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54176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일반회원 계정 입력 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Tap</a:t>
                      </a:r>
                      <a:endParaRPr lang="en-US" altLang="ko-KR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일반회원 로그인 영역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간편로그인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선택시 해당 간편로그인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아이디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비밀번호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입력 내용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*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표기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67056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자동 로그인 </a:t>
                      </a:r>
                      <a:r>
                        <a:rPr lang="en-US" altLang="ko-KR" sz="800" b="1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1" baseline="0">
                          <a:solidFill>
                            <a:schemeClr val="tx1"/>
                          </a:solidFill>
                        </a:rPr>
                        <a:t>체크박스</a:t>
                      </a:r>
                      <a:endParaRPr lang="ko-KR" altLang="en-US" sz="800" b="1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1) Default :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체크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상태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영역 선택 시 비활성화 상태로 변경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2)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 상태로 로그인 할 경우 이후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앱 실행 시 자동으로 로그인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진행</a:t>
                      </a:r>
                      <a:endParaRPr lang="en-US" altLang="ko-KR" sz="800" baseline="0">
                        <a:latin typeface="+mn-ea"/>
                        <a:ea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7010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로그인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메인 화면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계정 입력 오류 시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 토스트 메시지 노출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7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1" kern="0">
                          <a:latin typeface="+mn-ea"/>
                        </a:rPr>
                        <a:t>ID/PW </a:t>
                      </a:r>
                      <a:r>
                        <a:rPr lang="ko-KR" altLang="en-US" sz="800" b="1" kern="0">
                          <a:latin typeface="+mn-ea"/>
                        </a:rPr>
                        <a:t>찾기</a:t>
                      </a:r>
                      <a:r>
                        <a:rPr lang="en-US" altLang="ko-KR" sz="800" b="1" kern="1200" baseline="0">
                          <a:latin typeface="+mn-lt"/>
                        </a:rPr>
                        <a:t> </a:t>
                      </a:r>
                      <a:r>
                        <a:rPr lang="ko-KR" altLang="en-US" sz="800" b="1" kern="1200" baseline="0">
                          <a:latin typeface="+mn-lt"/>
                        </a:rPr>
                        <a:t>버튼</a:t>
                      </a:r>
                      <a:endParaRPr lang="ko-KR" altLang="en-US" sz="800" b="1" kern="1200" baseline="0">
                        <a:latin typeface="+mn-lt"/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 kern="1200" baseline="0">
                          <a:latin typeface="+mn-lt"/>
                        </a:rPr>
                        <a:t>- </a:t>
                      </a:r>
                      <a:r>
                        <a:rPr lang="ko-KR" altLang="en-US" sz="800" b="0" kern="1200" baseline="0">
                          <a:latin typeface="+mn-lt"/>
                        </a:rPr>
                        <a:t>선택 시 </a:t>
                      </a:r>
                      <a:r>
                        <a:rPr lang="en-US" altLang="ko-KR" sz="800" kern="0">
                          <a:latin typeface="+mn-ea"/>
                        </a:rPr>
                        <a:t>ID/PW </a:t>
                      </a:r>
                      <a:r>
                        <a:rPr lang="ko-KR" altLang="en-US" sz="800" kern="0">
                          <a:latin typeface="+mn-ea"/>
                        </a:rPr>
                        <a:t>찾기</a:t>
                      </a:r>
                      <a:r>
                        <a:rPr lang="ko-KR" altLang="en-US" sz="800" b="0" kern="0" baseline="0">
                          <a:latin typeface="+mn-ea"/>
                        </a:rPr>
                        <a:t> 화면으로 이동</a:t>
                      </a:r>
                      <a:endParaRPr lang="ko-KR" altLang="en-US" sz="800" kern="0">
                        <a:latin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8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회원가입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회원가입 선택 화면으로 이동</a:t>
                      </a:r>
                      <a:endParaRPr lang="en-US" altLang="ko-KR" sz="800" b="1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5791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9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비회원 입장 버튼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내주변 화면으로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이동되는 내주변 화면에서 하단 메뉴 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  선택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시 로그인 화면으로 이동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사각형: 둥근 위쪽 모서리 4"/>
          <p:cNvSpPr/>
          <p:nvPr/>
        </p:nvSpPr>
        <p:spPr>
          <a:xfrm>
            <a:off x="2091386" y="2182198"/>
            <a:ext cx="2480474" cy="311225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2091386" y="2493423"/>
            <a:ext cx="2480474" cy="1286164"/>
          </a:xfrm>
          <a:prstGeom prst="rect">
            <a:avLst/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3" name="Shape 184"/>
          <p:cNvSpPr/>
          <p:nvPr/>
        </p:nvSpPr>
        <p:spPr>
          <a:xfrm>
            <a:off x="2830643" y="2273387"/>
            <a:ext cx="936104" cy="174791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/>
            </a:pPr>
            <a:r>
              <a:rPr lang="ko-KR" altLang="en-US" sz="1050" kern="0">
                <a:solidFill>
                  <a:schemeClr val="tx1"/>
                </a:solidFill>
              </a:rPr>
              <a:t>일반회원</a:t>
            </a:r>
            <a:endParaRPr lang="en-US" sz="1050" kern="0">
              <a:solidFill>
                <a:schemeClr val="tx1"/>
              </a:solidFill>
            </a:endParaRPr>
          </a:p>
        </p:txBody>
      </p:sp>
      <p:sp>
        <p:nvSpPr>
          <p:cNvPr id="39" name="Shape 150"/>
          <p:cNvSpPr/>
          <p:nvPr/>
        </p:nvSpPr>
        <p:spPr>
          <a:xfrm>
            <a:off x="2255293" y="2709257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아이디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(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이메일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)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0" name="Shape 150"/>
          <p:cNvSpPr/>
          <p:nvPr/>
        </p:nvSpPr>
        <p:spPr>
          <a:xfrm>
            <a:off x="2255293" y="3091876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패스워드를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2" name="Shape 150"/>
          <p:cNvSpPr/>
          <p:nvPr/>
        </p:nvSpPr>
        <p:spPr>
          <a:xfrm>
            <a:off x="2195548" y="3496959"/>
            <a:ext cx="173966" cy="179367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kern="0"/>
          </a:p>
        </p:txBody>
      </p:sp>
      <p:sp>
        <p:nvSpPr>
          <p:cNvPr id="43" name="Shape 186"/>
          <p:cNvSpPr/>
          <p:nvPr/>
        </p:nvSpPr>
        <p:spPr>
          <a:xfrm>
            <a:off x="2408119" y="3531533"/>
            <a:ext cx="827136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</a:rPr>
              <a:t>자동 로그인</a:t>
            </a:r>
            <a:endParaRPr sz="900" kern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Check Mark"/>
          <p:cNvSpPr/>
          <p:nvPr/>
        </p:nvSpPr>
        <p:spPr>
          <a:xfrm>
            <a:off x="2238244" y="3464094"/>
            <a:ext cx="140523" cy="167916"/>
          </a:xfrm>
          <a:custGeom>
            <a:avLst/>
            <a:gdLst>
              <a:gd name="connsiteX0" fmla="*/ 0 w 488950"/>
              <a:gd name="connsiteY0" fmla="*/ 263776 h 455613"/>
              <a:gd name="connsiteX1" fmla="*/ 87577 w 488950"/>
              <a:gd name="connsiteY1" fmla="*/ 326031 h 455613"/>
              <a:gd name="connsiteX2" fmla="*/ 174922 w 488950"/>
              <a:gd name="connsiteY2" fmla="*/ 455613 h 455613"/>
              <a:gd name="connsiteX3" fmla="*/ 360242 w 488950"/>
              <a:gd name="connsiteY3" fmla="*/ 105372 h 455613"/>
              <a:gd name="connsiteX4" fmla="*/ 466998 w 488950"/>
              <a:gd name="connsiteY4" fmla="*/ 15910 h 455613"/>
              <a:gd name="connsiteX5" fmla="*/ 488950 w 488950"/>
              <a:gd name="connsiteY5" fmla="*/ 0 h 455613"/>
            </a:gdLst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8950" h="455613">
                <a:moveTo>
                  <a:pt x="0" y="263776"/>
                </a:moveTo>
                <a:cubicBezTo>
                  <a:pt x="38589" y="286833"/>
                  <a:pt x="63083" y="292828"/>
                  <a:pt x="87577" y="326031"/>
                </a:cubicBezTo>
                <a:cubicBezTo>
                  <a:pt x="121544" y="372145"/>
                  <a:pt x="156667" y="413879"/>
                  <a:pt x="174922" y="455613"/>
                </a:cubicBezTo>
                <a:cubicBezTo>
                  <a:pt x="200571" y="340557"/>
                  <a:pt x="215360" y="244869"/>
                  <a:pt x="360242" y="105372"/>
                </a:cubicBezTo>
                <a:cubicBezTo>
                  <a:pt x="382657" y="83929"/>
                  <a:pt x="441580" y="44040"/>
                  <a:pt x="466998" y="15910"/>
                </a:cubicBezTo>
                <a:cubicBezTo>
                  <a:pt x="475317" y="6687"/>
                  <a:pt x="474855" y="461"/>
                  <a:pt x="488950" y="0"/>
                </a:cubicBezTo>
              </a:path>
            </a:pathLst>
          </a:custGeom>
          <a:noFill/>
          <a:ln w="381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en-US" sz="900">
              <a:solidFill>
                <a:srgbClr val="262626"/>
              </a:solidFill>
              <a:latin typeface="Calibri"/>
              <a:cs typeface="Calibri"/>
            </a:endParaRPr>
          </a:p>
        </p:txBody>
      </p:sp>
      <p:sp>
        <p:nvSpPr>
          <p:cNvPr id="84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5" name="타원 84"/>
          <p:cNvSpPr/>
          <p:nvPr/>
        </p:nvSpPr>
        <p:spPr>
          <a:xfrm>
            <a:off x="2166806" y="2655600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6" name="타원 85"/>
          <p:cNvSpPr/>
          <p:nvPr/>
        </p:nvSpPr>
        <p:spPr>
          <a:xfrm>
            <a:off x="2064692" y="35021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7" name="타원 36"/>
          <p:cNvSpPr/>
          <p:nvPr/>
        </p:nvSpPr>
        <p:spPr>
          <a:xfrm>
            <a:off x="2166806" y="305699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Shape 184"/>
          <p:cNvSpPr/>
          <p:nvPr/>
        </p:nvSpPr>
        <p:spPr>
          <a:xfrm>
            <a:off x="3204028" y="3514725"/>
            <a:ext cx="1235788" cy="190500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간편로그인</a:t>
            </a:r>
            <a:r>
              <a:rPr xmlns:mc="http://schemas.openxmlformats.org/markup-compatibility/2006" xmlns:hp="http://schemas.haansoft.com/office/presentation/8.0" kumimoji="0" lang="en-US" altLang="ko-KR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3</a:t>
            </a: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개</a:t>
            </a:r>
            <a:endPara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89" name="타원 35"/>
          <p:cNvSpPr/>
          <p:nvPr/>
        </p:nvSpPr>
        <p:spPr>
          <a:xfrm>
            <a:off x="3251708" y="354805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6" name="Shape 150"/>
          <p:cNvSpPr/>
          <p:nvPr/>
        </p:nvSpPr>
        <p:spPr>
          <a:xfrm>
            <a:off x="2121701" y="3861519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로그인</a:t>
            </a:r>
            <a:endParaRPr lang="ko-KR" altLang="en-US" sz="900" kern="0">
              <a:latin typeface="+mn-ea"/>
            </a:endParaRPr>
          </a:p>
        </p:txBody>
      </p:sp>
      <p:sp>
        <p:nvSpPr>
          <p:cNvPr id="97" name="Shape 150"/>
          <p:cNvSpPr/>
          <p:nvPr/>
        </p:nvSpPr>
        <p:spPr>
          <a:xfrm>
            <a:off x="2121702" y="4317624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</a:rPr>
              <a:t>ID/PW </a:t>
            </a:r>
            <a:r>
              <a:rPr lang="ko-KR" altLang="en-US" sz="900" kern="0">
                <a:latin typeface="+mn-ea"/>
              </a:rPr>
              <a:t>찾기</a:t>
            </a:r>
            <a:endParaRPr lang="ko-KR" altLang="en-US" sz="900" kern="0">
              <a:latin typeface="+mn-ea"/>
            </a:endParaRPr>
          </a:p>
        </p:txBody>
      </p:sp>
      <p:sp>
        <p:nvSpPr>
          <p:cNvPr id="98" name="Shape 150"/>
          <p:cNvSpPr/>
          <p:nvPr/>
        </p:nvSpPr>
        <p:spPr>
          <a:xfrm>
            <a:off x="3309810" y="4317624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kern="0"/>
              <a:t>회원가입</a:t>
            </a:r>
            <a:endParaRPr lang="ko-KR" altLang="en-US" kern="0"/>
          </a:p>
        </p:txBody>
      </p:sp>
      <p:sp>
        <p:nvSpPr>
          <p:cNvPr id="99" name="타원 35"/>
          <p:cNvSpPr/>
          <p:nvPr/>
        </p:nvSpPr>
        <p:spPr>
          <a:xfrm>
            <a:off x="4388611" y="381537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0" name="타원 52"/>
          <p:cNvSpPr/>
          <p:nvPr/>
        </p:nvSpPr>
        <p:spPr>
          <a:xfrm>
            <a:off x="3061152" y="426927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7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1" name="타원 49"/>
          <p:cNvSpPr/>
          <p:nvPr/>
        </p:nvSpPr>
        <p:spPr>
          <a:xfrm>
            <a:off x="4382316" y="426927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8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2" name="Shape 150"/>
          <p:cNvSpPr/>
          <p:nvPr/>
        </p:nvSpPr>
        <p:spPr>
          <a:xfrm>
            <a:off x="2121701" y="4762947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비회원 입장</a:t>
            </a:r>
            <a:endParaRPr lang="ko-KR" altLang="en-US" sz="900" kern="0">
              <a:latin typeface="+mn-ea"/>
            </a:endParaRPr>
          </a:p>
        </p:txBody>
      </p:sp>
      <p:sp>
        <p:nvSpPr>
          <p:cNvPr id="103" name="타원 40"/>
          <p:cNvSpPr/>
          <p:nvPr/>
        </p:nvSpPr>
        <p:spPr>
          <a:xfrm>
            <a:off x="4382316" y="4723164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9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cxnSp>
        <p:nvCxnSpPr>
          <p:cNvPr id="104" name="직선 연결선 71"/>
          <p:cNvCxnSpPr/>
          <p:nvPr/>
        </p:nvCxnSpPr>
        <p:spPr>
          <a:xfrm>
            <a:off x="1810448" y="3779587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Shape 193"/>
          <p:cNvSpPr/>
          <p:nvPr/>
        </p:nvSpPr>
        <p:spPr>
          <a:xfrm>
            <a:off x="5510497" y="2865539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kern="0"/>
              <a:t>아이디 및 비밀번호가 일치하지 않습니다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106" name="타원 58"/>
          <p:cNvSpPr/>
          <p:nvPr/>
        </p:nvSpPr>
        <p:spPr>
          <a:xfrm>
            <a:off x="5454173" y="284181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7" name="Shape 193"/>
          <p:cNvSpPr/>
          <p:nvPr/>
        </p:nvSpPr>
        <p:spPr>
          <a:xfrm>
            <a:off x="5510497" y="3225579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108" name="타원 45"/>
          <p:cNvSpPr/>
          <p:nvPr/>
        </p:nvSpPr>
        <p:spPr>
          <a:xfrm>
            <a:off x="5454173" y="31846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/>
          <p:cNvSpPr/>
          <p:nvPr/>
        </p:nvSpPr>
        <p:spPr>
          <a:xfrm>
            <a:off x="5527738" y="5270063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02.</a:t>
            </a:r>
            <a:r>
              <a:rPr lang="en-US" altLang="ko-KR" sz="2000" kern="0">
                <a:latin typeface="+mn-ea"/>
              </a:rPr>
              <a:t> 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ID/PW 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찾기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_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일반</a:t>
            </a:r>
            <a:endParaRPr lang="ko-KR" altLang="en-US" sz="2000" kern="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 </a:t>
            </a:r>
            <a:r>
              <a:rPr lang="en-US" altLang="ko-KR" sz="1100">
                <a:latin typeface="+mn-ea"/>
              </a:rPr>
              <a:t>&gt; </a:t>
            </a:r>
            <a:r>
              <a:rPr lang="en-US" altLang="ko-KR" sz="1100" kern="0">
                <a:latin typeface="+mn-ea"/>
              </a:rPr>
              <a:t>ID/PW</a:t>
            </a:r>
            <a:r>
              <a:rPr lang="ko-KR" altLang="en-US" sz="1100">
                <a:latin typeface="+mn-ea"/>
              </a:rPr>
              <a:t> 찾기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161010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887120"/>
          <a:ext cx="2310322" cy="443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1"/>
                <a:gridCol w="2090291"/>
              </a:tblGrid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뒤로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이전 화면으로 이동</a:t>
                      </a:r>
                      <a:endParaRPr lang="ko-KR" altLang="en-US" sz="800" b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이름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휴대폰 번호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숫자 키패드 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‘-’ </a:t>
                      </a:r>
                      <a:r>
                        <a:rPr lang="ko-KR" altLang="en-US" sz="800" b="0" baseline="0"/>
                        <a:t>제외한 숫자 입력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1887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_ID(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이름과 휴대폰 번호 정상입력 후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</a:t>
                      </a:r>
                      <a:r>
                        <a:rPr lang="ko-KR" altLang="en-US" sz="800" b="0"/>
                        <a:t>시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/>
                        <a:t>이메일 알림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 baseline="0"/>
                        <a:t>이메일 알림 팝업에서 </a:t>
                      </a:r>
                      <a:r>
                        <a:rPr lang="ko-KR" altLang="en-US" sz="800" b="0"/>
                        <a:t>확인 버튼 선택 시 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로그인 화면으로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1" baseline="0"/>
                        <a:t>ID(</a:t>
                      </a:r>
                      <a:r>
                        <a:rPr lang="ko-KR" altLang="en-US" sz="800" b="1" baseline="0"/>
                        <a:t>이메일</a:t>
                      </a:r>
                      <a:r>
                        <a:rPr lang="en-US" altLang="ko-KR" sz="800" b="1" baseline="0"/>
                        <a:t>)</a:t>
                      </a:r>
                      <a:r>
                        <a:rPr lang="ko-KR" altLang="en-US" sz="800" b="1" baseline="0"/>
                        <a:t>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3106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_PW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 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정상입력 후 선택 </a:t>
                      </a:r>
                      <a:r>
                        <a:rPr lang="ko-KR" altLang="en-US" sz="800" b="0"/>
                        <a:t>시 이메일로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/>
                        <a:t>  임시 비밀번호 발송되며</a:t>
                      </a:r>
                      <a:r>
                        <a:rPr lang="en-US" altLang="ko-KR" sz="800" b="0"/>
                        <a:t>, </a:t>
                      </a:r>
                      <a:r>
                        <a:rPr lang="ko-KR" altLang="en-US" sz="800" b="0"/>
                        <a:t>임시 비밀번호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발송 안내</a:t>
                      </a:r>
                      <a:r>
                        <a:rPr lang="ko-KR" altLang="en-US" sz="800" b="0"/>
                        <a:t>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 </a:t>
                      </a:r>
                      <a:r>
                        <a:rPr lang="ko-KR" altLang="en-US" sz="800" b="0"/>
                        <a:t>임시 비밀번호 발송 안내 팝업에서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확인 버튼 선택 시 로그인 화면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이메일 형식이 맞지 않을 경우 토스트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메시지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9" name="Shape 234"/>
          <p:cNvSpPr/>
          <p:nvPr/>
        </p:nvSpPr>
        <p:spPr>
          <a:xfrm>
            <a:off x="2229687" y="1247737"/>
            <a:ext cx="2290397" cy="183127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en-US" altLang="ko-KR" sz="1100" kern="0">
                <a:latin typeface="+mn-ea"/>
              </a:rPr>
              <a:t>ID/PW </a:t>
            </a:r>
            <a:r>
              <a:rPr lang="ko-KR" altLang="en-US" sz="1100" kern="0">
                <a:latin typeface="+mn-ea"/>
              </a:rPr>
              <a:t>찾기</a:t>
            </a:r>
            <a:endParaRPr lang="ko-KR" altLang="en-US" sz="1100" kern="0">
              <a:latin typeface="+mn-ea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1892449" y="1095127"/>
            <a:ext cx="3266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0" hangingPunct="0">
              <a:lnSpc>
                <a:spcPct val="120000"/>
              </a:lnSpc>
              <a:defRPr/>
            </a:pPr>
            <a:r>
              <a:rPr lang="en-US" altLang="ko-KR" sz="2000" b="1" kern="0">
                <a:latin typeface="Arial"/>
                <a:ea typeface="맑은 고딕"/>
                <a:cs typeface="Arial"/>
              </a:rPr>
              <a:t>&lt;</a:t>
            </a:r>
            <a:endParaRPr lang="ko-KR" altLang="en-US" sz="2000" b="1" kern="0">
              <a:latin typeface="Arial"/>
              <a:ea typeface="맑은 고딕"/>
              <a:cs typeface="Arial"/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2147687" y="113877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1" name="Shape 193"/>
          <p:cNvSpPr/>
          <p:nvPr/>
        </p:nvSpPr>
        <p:spPr>
          <a:xfrm>
            <a:off x="5375920" y="177687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en-US" altLang="ko-KR" kern="0"/>
              <a:t>XX</a:t>
            </a:r>
            <a:r>
              <a:rPr lang="ko-KR" altLang="en-US" kern="0"/>
              <a:t>를 입력해주세요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2" name="타원 31"/>
          <p:cNvSpPr/>
          <p:nvPr/>
        </p:nvSpPr>
        <p:spPr>
          <a:xfrm>
            <a:off x="5311714" y="177687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3" name="Shape 193"/>
          <p:cNvSpPr/>
          <p:nvPr/>
        </p:nvSpPr>
        <p:spPr>
          <a:xfrm>
            <a:off x="5375920" y="213691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4" name="타원 33"/>
          <p:cNvSpPr/>
          <p:nvPr/>
        </p:nvSpPr>
        <p:spPr>
          <a:xfrm>
            <a:off x="5311714" y="213691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5518795" y="4246756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6" name="Shape 434"/>
          <p:cNvSpPr/>
          <p:nvPr/>
        </p:nvSpPr>
        <p:spPr>
          <a:xfrm>
            <a:off x="5518795" y="4246270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5663952" y="4797152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회원님의 이메일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아이디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로 임시비밀번호가 발송되었습니다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5446207" y="422336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45" name="타원 44"/>
          <p:cNvSpPr/>
          <p:nvPr/>
        </p:nvSpPr>
        <p:spPr>
          <a:xfrm>
            <a:off x="7622722" y="178986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2091386" y="1867220"/>
            <a:ext cx="2480474" cy="164436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0" name="Shape 234"/>
          <p:cNvSpPr/>
          <p:nvPr/>
        </p:nvSpPr>
        <p:spPr>
          <a:xfrm>
            <a:off x="2123124" y="1693395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ID(</a:t>
            </a:r>
            <a:r>
              <a:rPr lang="ko-KR" altLang="en-US" sz="900" kern="0">
                <a:latin typeface="+mn-ea"/>
                <a:ea typeface="+mn-ea"/>
              </a:rPr>
              <a:t>이메일</a:t>
            </a:r>
            <a:r>
              <a:rPr lang="en-US" altLang="ko-KR" sz="900" kern="0">
                <a:latin typeface="+mn-ea"/>
                <a:ea typeface="+mn-ea"/>
              </a:rPr>
              <a:t>)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38" name="Shape 234"/>
          <p:cNvSpPr/>
          <p:nvPr/>
        </p:nvSpPr>
        <p:spPr>
          <a:xfrm>
            <a:off x="2229687" y="2342708"/>
            <a:ext cx="481937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이름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1" name="Shape 150"/>
          <p:cNvSpPr/>
          <p:nvPr/>
        </p:nvSpPr>
        <p:spPr>
          <a:xfrm>
            <a:off x="2999656" y="2276872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6" name="Shape 234"/>
          <p:cNvSpPr/>
          <p:nvPr/>
        </p:nvSpPr>
        <p:spPr>
          <a:xfrm>
            <a:off x="2229687" y="2795102"/>
            <a:ext cx="697961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휴대폰 번호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7" name="Shape 150"/>
          <p:cNvSpPr/>
          <p:nvPr/>
        </p:nvSpPr>
        <p:spPr>
          <a:xfrm>
            <a:off x="2999656" y="2724570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15" name="Shape 184"/>
          <p:cNvSpPr/>
          <p:nvPr/>
        </p:nvSpPr>
        <p:spPr>
          <a:xfrm>
            <a:off x="2141915" y="1927711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이름과 휴대폰 번호를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48" name="사각형: 둥근 모서리 47"/>
          <p:cNvSpPr/>
          <p:nvPr/>
        </p:nvSpPr>
        <p:spPr>
          <a:xfrm>
            <a:off x="3778632" y="3212976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49" name="직사각형 48"/>
          <p:cNvSpPr/>
          <p:nvPr/>
        </p:nvSpPr>
        <p:spPr>
          <a:xfrm>
            <a:off x="2091386" y="3969894"/>
            <a:ext cx="2480474" cy="118729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0" name="Shape 234"/>
          <p:cNvSpPr/>
          <p:nvPr/>
        </p:nvSpPr>
        <p:spPr>
          <a:xfrm>
            <a:off x="2123124" y="3796069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PW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1" name="Shape 234"/>
          <p:cNvSpPr/>
          <p:nvPr/>
        </p:nvSpPr>
        <p:spPr>
          <a:xfrm>
            <a:off x="2229687" y="4445382"/>
            <a:ext cx="620238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b="0" kern="0" spc="-150">
                <a:solidFill>
                  <a:schemeClr val="tx1"/>
                </a:solidFill>
              </a:rPr>
              <a:t>I D (</a:t>
            </a:r>
            <a:r>
              <a:rPr lang="ko-KR" altLang="en-US" sz="9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900" b="0" kern="0" spc="-150">
                <a:solidFill>
                  <a:schemeClr val="tx1"/>
                </a:solidFill>
              </a:rPr>
              <a:t>)</a:t>
            </a:r>
            <a:r>
              <a:rPr lang="ko-KR" altLang="en-US" sz="900" kern="0">
                <a:latin typeface="+mn-ea"/>
                <a:ea typeface="+mn-ea"/>
              </a:rPr>
              <a:t>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2" name="Shape 150"/>
          <p:cNvSpPr/>
          <p:nvPr/>
        </p:nvSpPr>
        <p:spPr>
          <a:xfrm>
            <a:off x="2849925" y="4379546"/>
            <a:ext cx="1614174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5" name="Shape 184"/>
          <p:cNvSpPr/>
          <p:nvPr/>
        </p:nvSpPr>
        <p:spPr>
          <a:xfrm>
            <a:off x="2141915" y="4030385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</a:t>
            </a:r>
            <a:r>
              <a:rPr lang="en-US" altLang="ko-KR" sz="1000" b="0" kern="0" spc="-150">
                <a:solidFill>
                  <a:schemeClr val="tx1"/>
                </a:solidFill>
              </a:rPr>
              <a:t>ID(</a:t>
            </a:r>
            <a:r>
              <a:rPr lang="ko-KR" altLang="en-US" sz="10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1000" b="0" kern="0" spc="-150">
                <a:solidFill>
                  <a:schemeClr val="tx1"/>
                </a:solidFill>
              </a:rPr>
              <a:t>)</a:t>
            </a:r>
            <a:r>
              <a:rPr lang="ko-KR" altLang="en-US" sz="1000" b="0" kern="0" spc="-150">
                <a:solidFill>
                  <a:schemeClr val="tx1"/>
                </a:solidFill>
              </a:rPr>
              <a:t>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57" name="사각형: 둥근 모서리 56"/>
          <p:cNvSpPr/>
          <p:nvPr/>
        </p:nvSpPr>
        <p:spPr>
          <a:xfrm>
            <a:off x="3778632" y="4868451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8" name="타원 57"/>
          <p:cNvSpPr/>
          <p:nvPr/>
        </p:nvSpPr>
        <p:spPr>
          <a:xfrm>
            <a:off x="4369633" y="268673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9" name="타원 58"/>
          <p:cNvSpPr/>
          <p:nvPr/>
        </p:nvSpPr>
        <p:spPr>
          <a:xfrm>
            <a:off x="4369633" y="316265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0" name="타원 59"/>
          <p:cNvSpPr/>
          <p:nvPr/>
        </p:nvSpPr>
        <p:spPr>
          <a:xfrm>
            <a:off x="4375104" y="222451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2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1" name="타원 60"/>
          <p:cNvSpPr/>
          <p:nvPr/>
        </p:nvSpPr>
        <p:spPr>
          <a:xfrm>
            <a:off x="4369633" y="432237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2" name="타원 61"/>
          <p:cNvSpPr/>
          <p:nvPr/>
        </p:nvSpPr>
        <p:spPr>
          <a:xfrm>
            <a:off x="4369633" y="47982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6" name="타원 65"/>
          <p:cNvSpPr/>
          <p:nvPr/>
        </p:nvSpPr>
        <p:spPr>
          <a:xfrm>
            <a:off x="7622722" y="214990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5527738" y="3685887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4" name="직사각형 53"/>
          <p:cNvSpPr/>
          <p:nvPr/>
        </p:nvSpPr>
        <p:spPr>
          <a:xfrm>
            <a:off x="5518795" y="2662580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6" name="Shape 434"/>
          <p:cNvSpPr/>
          <p:nvPr/>
        </p:nvSpPr>
        <p:spPr>
          <a:xfrm>
            <a:off x="5518795" y="2662094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67" name="직사각형 66"/>
          <p:cNvSpPr/>
          <p:nvPr/>
        </p:nvSpPr>
        <p:spPr>
          <a:xfrm>
            <a:off x="5663952" y="3212976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회원님의 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ID(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이메일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는</a:t>
            </a:r>
            <a:endParaRPr lang="ko-KR" altLang="en-US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000" b="1" kern="0">
                <a:solidFill>
                  <a:schemeClr val="accent2">
                    <a:lumMod val="75000"/>
                  </a:schemeClr>
                </a:solidFill>
                <a:latin typeface="+mn-ea"/>
              </a:rPr>
              <a:t>abc123@naber.com</a:t>
            </a:r>
            <a:endParaRPr lang="en-US" altLang="ko-KR" sz="1000" b="1" kern="0">
              <a:solidFill>
                <a:schemeClr val="accent2">
                  <a:lumMod val="75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입니다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68" name="타원 67"/>
          <p:cNvSpPr/>
          <p:nvPr/>
        </p:nvSpPr>
        <p:spPr>
          <a:xfrm>
            <a:off x="5446207" y="26391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메인화면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908720"/>
          <a:ext cx="2306955" cy="4769515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19075"/>
                <a:gridCol w="2087880"/>
              </a:tblGrid>
              <a:tr h="550317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727913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메인화면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특가상품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히트 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523156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88119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특가상품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관리자에서 설정한 특가상품 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92265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히트 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판매 가장 많은 상품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1164273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메뉴박스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상품 리스트로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검색창으로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270125"/>
            <a:ext cx="2513402" cy="1630612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금주 히트 상품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~~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ko-KR" altLang="en-US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104" name="연결선: 꺾임 72"/>
          <p:cNvCxnSpPr/>
          <p:nvPr/>
        </p:nvCxnSpPr>
        <p:spPr>
          <a:xfrm rot="5400000" flipH="1" flipV="1">
            <a:off x="4496220" y="3634534"/>
            <a:ext cx="848350" cy="763709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106" name="연결선: 꺾임 72"/>
          <p:cNvCxnSpPr>
            <a:endCxn id="107" idx="1"/>
          </p:cNvCxnSpPr>
          <p:nvPr/>
        </p:nvCxnSpPr>
        <p:spPr>
          <a:xfrm flipV="1">
            <a:off x="4025572" y="5213612"/>
            <a:ext cx="1047772" cy="572458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7" name=""/>
          <p:cNvSpPr/>
          <p:nvPr/>
        </p:nvSpPr>
        <p:spPr>
          <a:xfrm>
            <a:off x="5073344" y="4151518"/>
            <a:ext cx="2689530" cy="21241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회사 소개글</a:t>
            </a:r>
            <a:endParaRPr lang="ko-KR" altLang="en-US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목록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498963"/>
            <a:ext cx="2513402" cy="1401775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리스트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4222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18669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전체 상품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관리자가 설정한 특가상품 상위노출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나머지 상품 가나다순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상품목록으로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검색으로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3" name="연결선: 꺾임 72"/>
          <p:cNvCxnSpPr/>
          <p:nvPr/>
        </p:nvCxnSpPr>
        <p:spPr>
          <a:xfrm rot="5400000" flipH="1" flipV="1">
            <a:off x="2627815" y="4112464"/>
            <a:ext cx="1850629" cy="6932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50045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대표이미지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평점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찜 할수있는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탭을 보여주는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하단 탭 변경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수량을 결정하여 장바구니에 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수량변경은 화살표 모양 버튼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가격도 같이 변경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보관방법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유의 사항의 설명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다음 페이지에서 설명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1" name=""/>
          <p:cNvSpPr/>
          <p:nvPr/>
        </p:nvSpPr>
        <p:spPr>
          <a:xfrm>
            <a:off x="4024313" y="1123603"/>
            <a:ext cx="3544032" cy="15933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5" name=""/>
          <p:cNvSpPr/>
          <p:nvPr/>
        </p:nvSpPr>
        <p:spPr>
          <a:xfrm>
            <a:off x="4214812" y="1359164"/>
            <a:ext cx="3081337" cy="4712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6" name="타원 83"/>
          <p:cNvSpPr/>
          <p:nvPr/>
        </p:nvSpPr>
        <p:spPr>
          <a:xfrm>
            <a:off x="3952875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8" name=""/>
          <p:cNvSpPr/>
          <p:nvPr/>
        </p:nvSpPr>
        <p:spPr>
          <a:xfrm>
            <a:off x="4329112" y="1447228"/>
            <a:ext cx="1066800" cy="3141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상품개수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29" name=""/>
          <p:cNvSpPr/>
          <p:nvPr/>
        </p:nvSpPr>
        <p:spPr>
          <a:xfrm>
            <a:off x="6096000" y="144722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1(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수량변경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0" name=""/>
          <p:cNvSpPr/>
          <p:nvPr/>
        </p:nvSpPr>
        <p:spPr>
          <a:xfrm>
            <a:off x="4214812" y="2281862"/>
            <a:ext cx="3081337" cy="2900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장바구니 담기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137" name=""/>
          <p:cNvSpPr/>
          <p:nvPr/>
        </p:nvSpPr>
        <p:spPr>
          <a:xfrm>
            <a:off x="4027061" y="2895663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8" name=""/>
          <p:cNvSpPr/>
          <p:nvPr/>
        </p:nvSpPr>
        <p:spPr>
          <a:xfrm>
            <a:off x="4217560" y="3040820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9" name="타원 83"/>
          <p:cNvSpPr/>
          <p:nvPr/>
        </p:nvSpPr>
        <p:spPr>
          <a:xfrm>
            <a:off x="3955623" y="282422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40" name=""/>
          <p:cNvSpPr/>
          <p:nvPr/>
        </p:nvSpPr>
        <p:spPr>
          <a:xfrm>
            <a:off x="4291012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보관방법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41" name=""/>
          <p:cNvSpPr/>
          <p:nvPr/>
        </p:nvSpPr>
        <p:spPr>
          <a:xfrm>
            <a:off x="6162675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5" name=""/>
          <p:cNvSpPr/>
          <p:nvPr/>
        </p:nvSpPr>
        <p:spPr>
          <a:xfrm>
            <a:off x="4217560" y="3781668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6" name=""/>
          <p:cNvSpPr/>
          <p:nvPr/>
        </p:nvSpPr>
        <p:spPr>
          <a:xfrm>
            <a:off x="4291012" y="3846005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유의사항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7" name=""/>
          <p:cNvSpPr/>
          <p:nvPr/>
        </p:nvSpPr>
        <p:spPr>
          <a:xfrm>
            <a:off x="6162675" y="386020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8" name=""/>
          <p:cNvSpPr/>
          <p:nvPr/>
        </p:nvSpPr>
        <p:spPr>
          <a:xfrm>
            <a:off x="4024313" y="4681537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9" name="타원 83"/>
          <p:cNvSpPr/>
          <p:nvPr/>
        </p:nvSpPr>
        <p:spPr>
          <a:xfrm>
            <a:off x="4024313" y="45652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0" name=""/>
          <p:cNvSpPr/>
          <p:nvPr/>
        </p:nvSpPr>
        <p:spPr>
          <a:xfrm>
            <a:off x="5755480" y="1920276"/>
            <a:ext cx="1543417" cy="25471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가격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06.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리뷰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6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탭 선택시 리뷰목록들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8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총 별점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9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글 상자의 내용으로 리뷰 작성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10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리뷰목록들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0" name=""/>
          <p:cNvSpPr/>
          <p:nvPr/>
        </p:nvSpPr>
        <p:spPr>
          <a:xfrm>
            <a:off x="3899755" y="1123603"/>
            <a:ext cx="3643671" cy="51521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1" name=""/>
          <p:cNvSpPr/>
          <p:nvPr/>
        </p:nvSpPr>
        <p:spPr>
          <a:xfrm>
            <a:off x="4206199" y="1392418"/>
            <a:ext cx="2961262" cy="91440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2" name="타원 83"/>
          <p:cNvSpPr/>
          <p:nvPr/>
        </p:nvSpPr>
        <p:spPr>
          <a:xfrm>
            <a:off x="3828317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3" name=""/>
          <p:cNvSpPr/>
          <p:nvPr/>
        </p:nvSpPr>
        <p:spPr>
          <a:xfrm>
            <a:off x="5305627" y="1601281"/>
            <a:ext cx="790372" cy="59159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별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4.5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64" name=""/>
          <p:cNvSpPr/>
          <p:nvPr/>
        </p:nvSpPr>
        <p:spPr>
          <a:xfrm>
            <a:off x="4206199" y="2498330"/>
            <a:ext cx="2961262" cy="12013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글 상자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5" name="타원 83"/>
          <p:cNvSpPr/>
          <p:nvPr/>
        </p:nvSpPr>
        <p:spPr>
          <a:xfrm>
            <a:off x="4134761" y="13924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8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6" name="타원 83"/>
          <p:cNvSpPr/>
          <p:nvPr/>
        </p:nvSpPr>
        <p:spPr>
          <a:xfrm>
            <a:off x="6516011" y="37746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9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7" name=""/>
          <p:cNvSpPr/>
          <p:nvPr/>
        </p:nvSpPr>
        <p:spPr>
          <a:xfrm>
            <a:off x="6587449" y="3861537"/>
            <a:ext cx="580012" cy="2549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작성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68" name=""/>
          <p:cNvSpPr/>
          <p:nvPr/>
        </p:nvSpPr>
        <p:spPr>
          <a:xfrm>
            <a:off x="4206199" y="4310299"/>
            <a:ext cx="2961262" cy="181785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69" name=""/>
          <p:cNvSpPr/>
          <p:nvPr/>
        </p:nvSpPr>
        <p:spPr>
          <a:xfrm>
            <a:off x="4391988" y="4681537"/>
            <a:ext cx="2589684" cy="12999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0" name=""/>
          <p:cNvSpPr/>
          <p:nvPr/>
        </p:nvSpPr>
        <p:spPr>
          <a:xfrm>
            <a:off x="4530455" y="5086350"/>
            <a:ext cx="2347000" cy="76949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리뷰내용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71" name=""/>
          <p:cNvSpPr/>
          <p:nvPr/>
        </p:nvSpPr>
        <p:spPr>
          <a:xfrm>
            <a:off x="4530455" y="4752975"/>
            <a:ext cx="962632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작성자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2" name=""/>
          <p:cNvSpPr/>
          <p:nvPr/>
        </p:nvSpPr>
        <p:spPr>
          <a:xfrm>
            <a:off x="6030058" y="4752975"/>
            <a:ext cx="847397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평점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3" name="타원 83"/>
          <p:cNvSpPr/>
          <p:nvPr/>
        </p:nvSpPr>
        <p:spPr>
          <a:xfrm>
            <a:off x="4320550" y="4565211"/>
            <a:ext cx="209904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10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07.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장바구니 화면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목록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총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결제 페이지로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장바구니에서 상품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4" name=""/>
          <p:cNvSpPr/>
          <p:nvPr/>
        </p:nvSpPr>
        <p:spPr>
          <a:xfrm>
            <a:off x="801836" y="2473012"/>
            <a:ext cx="2560705" cy="122664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5" name=""/>
          <p:cNvSpPr/>
          <p:nvPr/>
        </p:nvSpPr>
        <p:spPr>
          <a:xfrm>
            <a:off x="905742" y="2550851"/>
            <a:ext cx="1011213" cy="1038728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이미지</a:t>
            </a:r>
            <a:endParaRPr lang="ko-KR" altLang="en-US" sz="1300"/>
          </a:p>
        </p:txBody>
      </p:sp>
      <p:sp>
        <p:nvSpPr>
          <p:cNvPr id="176" name="타원 83"/>
          <p:cNvSpPr/>
          <p:nvPr/>
        </p:nvSpPr>
        <p:spPr>
          <a:xfrm>
            <a:off x="581024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78" name=""/>
          <p:cNvSpPr/>
          <p:nvPr/>
        </p:nvSpPr>
        <p:spPr>
          <a:xfrm>
            <a:off x="2082188" y="2587312"/>
            <a:ext cx="1070181" cy="265753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이름</a:t>
            </a:r>
            <a:endParaRPr lang="ko-KR" altLang="en-US" sz="1300"/>
          </a:p>
        </p:txBody>
      </p:sp>
      <p:sp>
        <p:nvSpPr>
          <p:cNvPr id="179" name=""/>
          <p:cNvSpPr/>
          <p:nvPr/>
        </p:nvSpPr>
        <p:spPr>
          <a:xfrm>
            <a:off x="2080251" y="2941926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1" name=""/>
          <p:cNvSpPr/>
          <p:nvPr/>
        </p:nvSpPr>
        <p:spPr>
          <a:xfrm>
            <a:off x="2076344" y="3319761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2" name=""/>
          <p:cNvSpPr/>
          <p:nvPr/>
        </p:nvSpPr>
        <p:spPr>
          <a:xfrm>
            <a:off x="786681" y="3892186"/>
            <a:ext cx="2560705" cy="122664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3" name=""/>
          <p:cNvSpPr/>
          <p:nvPr/>
        </p:nvSpPr>
        <p:spPr>
          <a:xfrm>
            <a:off x="890587" y="3970025"/>
            <a:ext cx="1011213" cy="1038728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이미지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4" name=""/>
          <p:cNvSpPr/>
          <p:nvPr/>
        </p:nvSpPr>
        <p:spPr>
          <a:xfrm>
            <a:off x="2067033" y="4006486"/>
            <a:ext cx="1070181" cy="265753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5" name=""/>
          <p:cNvSpPr/>
          <p:nvPr/>
        </p:nvSpPr>
        <p:spPr>
          <a:xfrm>
            <a:off x="2065096" y="4361100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6" name=""/>
          <p:cNvSpPr/>
          <p:nvPr/>
        </p:nvSpPr>
        <p:spPr>
          <a:xfrm>
            <a:off x="2061189" y="4738935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주문하기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3" name=""/>
          <p:cNvSpPr/>
          <p:nvPr/>
        </p:nvSpPr>
        <p:spPr>
          <a:xfrm>
            <a:off x="3234706" y="2397906"/>
            <a:ext cx="206310" cy="21063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/>
              <a:t>x</a:t>
            </a:r>
            <a:endParaRPr lang="en-US" altLang="ko-KR"/>
          </a:p>
        </p:txBody>
      </p:sp>
      <p:sp>
        <p:nvSpPr>
          <p:cNvPr id="204" name="타원 83"/>
          <p:cNvSpPr/>
          <p:nvPr/>
        </p:nvSpPr>
        <p:spPr>
          <a:xfrm>
            <a:off x="3163268" y="232646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08.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97413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 있는 상품들 결제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사용자가 저장한 주소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다음 주소검색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주문내역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구매할 상품들 전체 가격과 수량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 선택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선택후 쿠폰 이름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쿠폰으로 할인되는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결제하기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9" name=""/>
          <p:cNvSpPr/>
          <p:nvPr/>
        </p:nvSpPr>
        <p:spPr>
          <a:xfrm>
            <a:off x="663723" y="2263106"/>
            <a:ext cx="2889973" cy="13071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6" name=""/>
          <p:cNvSpPr/>
          <p:nvPr/>
        </p:nvSpPr>
        <p:spPr>
          <a:xfrm>
            <a:off x="766900" y="2702781"/>
            <a:ext cx="2672357" cy="30056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207" name=""/>
          <p:cNvSpPr/>
          <p:nvPr/>
        </p:nvSpPr>
        <p:spPr>
          <a:xfrm>
            <a:off x="766900" y="3128431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0" name="타원 83"/>
          <p:cNvSpPr/>
          <p:nvPr/>
        </p:nvSpPr>
        <p:spPr>
          <a:xfrm>
            <a:off x="573468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1" name=""/>
          <p:cNvSpPr/>
          <p:nvPr/>
        </p:nvSpPr>
        <p:spPr>
          <a:xfrm>
            <a:off x="652462" y="3699654"/>
            <a:ext cx="2901234" cy="184156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2" name=""/>
          <p:cNvSpPr/>
          <p:nvPr/>
        </p:nvSpPr>
        <p:spPr>
          <a:xfrm>
            <a:off x="774456" y="4149468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 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4" name="타원 83"/>
          <p:cNvSpPr/>
          <p:nvPr/>
        </p:nvSpPr>
        <p:spPr>
          <a:xfrm>
            <a:off x="573468" y="36996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5" name=""/>
          <p:cNvSpPr/>
          <p:nvPr/>
        </p:nvSpPr>
        <p:spPr>
          <a:xfrm>
            <a:off x="763122" y="4575119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6" name=""/>
          <p:cNvSpPr/>
          <p:nvPr/>
        </p:nvSpPr>
        <p:spPr>
          <a:xfrm>
            <a:off x="774456" y="5024034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7" name=""/>
          <p:cNvSpPr/>
          <p:nvPr/>
        </p:nvSpPr>
        <p:spPr>
          <a:xfrm>
            <a:off x="774456" y="3743421"/>
            <a:ext cx="1460878" cy="33419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40" name=""/>
          <p:cNvSpPr/>
          <p:nvPr/>
        </p:nvSpPr>
        <p:spPr>
          <a:xfrm>
            <a:off x="774456" y="2340211"/>
            <a:ext cx="1260600" cy="24268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내 주소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41" name=""/>
          <p:cNvSpPr/>
          <p:nvPr/>
        </p:nvSpPr>
        <p:spPr>
          <a:xfrm>
            <a:off x="2167784" y="2340210"/>
            <a:ext cx="1260600" cy="24268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chemeClr val="dk1">
                <a:alpha val="100000"/>
              </a:scheme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주소검색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4" name="Shape 434"/>
          <p:cNvSpPr/>
          <p:nvPr/>
        </p:nvSpPr>
        <p:spPr>
          <a:xfrm>
            <a:off x="4097329" y="1123601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856292" y="129643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6" name=""/>
          <p:cNvSpPr/>
          <p:nvPr/>
        </p:nvSpPr>
        <p:spPr>
          <a:xfrm>
            <a:off x="4093552" y="1420089"/>
            <a:ext cx="476250" cy="381000"/>
          </a:xfrm>
          <a:prstGeom prst="rect">
            <a:avLst/>
          </a:prstGeom>
          <a:solidFill>
            <a:srgbClr val="ffffff">
              <a:alpha val="100000"/>
            </a:srgbClr>
          </a:solidFill>
          <a:ln w="1270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267" name=""/>
          <p:cNvCxnSpPr/>
          <p:nvPr/>
        </p:nvCxnSpPr>
        <p:spPr>
          <a:xfrm rot="10800000">
            <a:off x="4133388" y="1610589"/>
            <a:ext cx="407838" cy="0"/>
          </a:xfrm>
          <a:prstGeom prst="straightConnector1">
            <a:avLst/>
          </a:prstGeom>
          <a:noFill/>
          <a:ln w="12700" cap="flat" cmpd="sng" algn="ctr">
            <a:solidFill>
              <a:srgbClr val="5e81d9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268" name=""/>
          <p:cNvSpPr/>
          <p:nvPr/>
        </p:nvSpPr>
        <p:spPr>
          <a:xfrm>
            <a:off x="4093552" y="2296444"/>
            <a:ext cx="2901234" cy="400693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9" name=""/>
          <p:cNvSpPr/>
          <p:nvPr/>
        </p:nvSpPr>
        <p:spPr>
          <a:xfrm>
            <a:off x="4093552" y="5640327"/>
            <a:ext cx="2901234" cy="663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0" name="타원 83"/>
          <p:cNvSpPr/>
          <p:nvPr/>
        </p:nvSpPr>
        <p:spPr>
          <a:xfrm>
            <a:off x="4022114" y="556888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1" name=""/>
          <p:cNvSpPr/>
          <p:nvPr/>
        </p:nvSpPr>
        <p:spPr>
          <a:xfrm>
            <a:off x="4093552" y="5971852"/>
            <a:ext cx="2901234" cy="331525"/>
          </a:xfrm>
          <a:prstGeom prst="rect">
            <a:avLst/>
          </a:prstGeom>
          <a:solidFill>
            <a:srgbClr val="9be5c8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결제하기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2" name="타원 83"/>
          <p:cNvSpPr/>
          <p:nvPr/>
        </p:nvSpPr>
        <p:spPr>
          <a:xfrm>
            <a:off x="4061950" y="590041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3" name=""/>
          <p:cNvSpPr/>
          <p:nvPr/>
        </p:nvSpPr>
        <p:spPr>
          <a:xfrm>
            <a:off x="4541226" y="5711765"/>
            <a:ext cx="1869840" cy="18864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10000</a:t>
            </a: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원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4" name=""/>
          <p:cNvSpPr/>
          <p:nvPr/>
        </p:nvSpPr>
        <p:spPr>
          <a:xfrm>
            <a:off x="4085996" y="2296444"/>
            <a:ext cx="2908790" cy="147464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5" name=""/>
          <p:cNvSpPr/>
          <p:nvPr/>
        </p:nvSpPr>
        <p:spPr>
          <a:xfrm>
            <a:off x="4204212" y="2827863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쿠폰 선택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6" name=""/>
          <p:cNvSpPr/>
          <p:nvPr/>
        </p:nvSpPr>
        <p:spPr>
          <a:xfrm>
            <a:off x="4207990" y="3278716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 적용 금액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7" name="타원 83"/>
          <p:cNvSpPr/>
          <p:nvPr/>
        </p:nvSpPr>
        <p:spPr>
          <a:xfrm>
            <a:off x="4014558" y="222500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86" name=""/>
          <p:cNvSpPr/>
          <p:nvPr/>
        </p:nvSpPr>
        <p:spPr>
          <a:xfrm>
            <a:off x="4204826" y="2348832"/>
            <a:ext cx="1460878" cy="33419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09.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결제완료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66110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111147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후 홈으로 이동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결제 정보는 관리자에서 관리 가능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업체 담당자에게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주문정보 전달 방식은 휴대폰 문자 및 카카오톡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완료후 사용자의 카카오톡으로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64" name="Shape 434"/>
          <p:cNvSpPr/>
          <p:nvPr/>
        </p:nvSpPr>
        <p:spPr>
          <a:xfrm>
            <a:off x="3899755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734917" y="129643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87" name=""/>
          <p:cNvSpPr/>
          <p:nvPr/>
        </p:nvSpPr>
        <p:spPr>
          <a:xfrm>
            <a:off x="4326273" y="2223175"/>
            <a:ext cx="2056995" cy="7093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결제해주셔서</a:t>
            </a:r>
            <a:endParaRPr lang="ko-KR" altLang="en-US" sz="12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감사합니다</a:t>
            </a:r>
            <a:r>
              <a:rPr lang="en-US" altLang="ko-KR" sz="1200">
                <a:solidFill>
                  <a:schemeClr val="dk1"/>
                </a:solidFill>
              </a:rPr>
              <a:t>.</a:t>
            </a:r>
            <a:endParaRPr lang="en-US" altLang="ko-KR" sz="1200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 sz="1200">
              <a:solidFill>
                <a:schemeClr val="dk1"/>
              </a:solidFill>
            </a:endParaRPr>
          </a:p>
        </p:txBody>
      </p:sp>
      <p:sp>
        <p:nvSpPr>
          <p:cNvPr id="288" name=""/>
          <p:cNvSpPr/>
          <p:nvPr/>
        </p:nvSpPr>
        <p:spPr>
          <a:xfrm>
            <a:off x="4013672" y="3110670"/>
            <a:ext cx="2683409" cy="316503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89" name=""/>
          <p:cNvSpPr/>
          <p:nvPr/>
        </p:nvSpPr>
        <p:spPr>
          <a:xfrm>
            <a:off x="4133126" y="3699654"/>
            <a:ext cx="2442048" cy="3242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	가격	수량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90" name=""/>
          <p:cNvSpPr/>
          <p:nvPr/>
        </p:nvSpPr>
        <p:spPr>
          <a:xfrm>
            <a:off x="4133125" y="3221274"/>
            <a:ext cx="1221024" cy="354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1" name=""/>
          <p:cNvSpPr/>
          <p:nvPr/>
        </p:nvSpPr>
        <p:spPr>
          <a:xfrm>
            <a:off x="4621651" y="2687873"/>
            <a:ext cx="1474348" cy="18746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집모양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292" name="타원 83"/>
          <p:cNvSpPr/>
          <p:nvPr/>
        </p:nvSpPr>
        <p:spPr>
          <a:xfrm>
            <a:off x="4550213" y="263872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3" name=""/>
          <p:cNvSpPr/>
          <p:nvPr/>
        </p:nvSpPr>
        <p:spPr>
          <a:xfrm>
            <a:off x="4133125" y="4146033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4" name=""/>
          <p:cNvSpPr/>
          <p:nvPr/>
        </p:nvSpPr>
        <p:spPr>
          <a:xfrm>
            <a:off x="4133125" y="4582982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5" name=""/>
          <p:cNvSpPr/>
          <p:nvPr/>
        </p:nvSpPr>
        <p:spPr>
          <a:xfrm>
            <a:off x="4133126" y="5527782"/>
            <a:ext cx="2442048" cy="7479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 배송지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7" name=""/>
          <p:cNvSpPr/>
          <p:nvPr/>
        </p:nvSpPr>
        <p:spPr>
          <a:xfrm>
            <a:off x="4137802" y="5021538"/>
            <a:ext cx="1221024" cy="37289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10.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마이페이지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421711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로그인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로그아웃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배송지 설정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구매내역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찜목록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메뉴로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99" name=""/>
          <p:cNvSpPr/>
          <p:nvPr/>
        </p:nvSpPr>
        <p:spPr>
          <a:xfrm>
            <a:off x="1892449" y="2022748"/>
            <a:ext cx="720090" cy="66147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로그인</a:t>
            </a:r>
            <a:endParaRPr lang="ko-KR" altLang="en-US" sz="9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로그아웃</a:t>
            </a:r>
            <a:endParaRPr lang="ko-KR" altLang="en-US" sz="900">
              <a:solidFill>
                <a:schemeClr val="dk1"/>
              </a:solidFill>
            </a:endParaRPr>
          </a:p>
        </p:txBody>
      </p:sp>
      <p:sp>
        <p:nvSpPr>
          <p:cNvPr id="302" name=""/>
          <p:cNvSpPr/>
          <p:nvPr/>
        </p:nvSpPr>
        <p:spPr>
          <a:xfrm>
            <a:off x="261021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배송지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3" name=""/>
          <p:cNvSpPr/>
          <p:nvPr/>
        </p:nvSpPr>
        <p:spPr>
          <a:xfrm>
            <a:off x="333030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구매내역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4" name=""/>
          <p:cNvSpPr/>
          <p:nvPr/>
        </p:nvSpPr>
        <p:spPr>
          <a:xfrm>
            <a:off x="4050392" y="2022748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찜목록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5" name="타원 83"/>
          <p:cNvSpPr/>
          <p:nvPr/>
        </p:nvSpPr>
        <p:spPr>
          <a:xfrm>
            <a:off x="1821011" y="195130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06" name=""/>
          <p:cNvSpPr/>
          <p:nvPr/>
        </p:nvSpPr>
        <p:spPr>
          <a:xfrm>
            <a:off x="1882924" y="2693751"/>
            <a:ext cx="2887558" cy="42644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1884069" y="3107330"/>
            <a:ext cx="2886413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장바구니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1881886" y="3533775"/>
            <a:ext cx="2879071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9" name="타원 83"/>
          <p:cNvSpPr/>
          <p:nvPr/>
        </p:nvSpPr>
        <p:spPr>
          <a:xfrm>
            <a:off x="1821011" y="262231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0" name="타원 83"/>
          <p:cNvSpPr/>
          <p:nvPr/>
        </p:nvSpPr>
        <p:spPr>
          <a:xfrm>
            <a:off x="1821011" y="303589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1" name="타원 83"/>
          <p:cNvSpPr/>
          <p:nvPr/>
        </p:nvSpPr>
        <p:spPr>
          <a:xfrm>
            <a:off x="1821011" y="342900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구매내역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50958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사용자의 주문내역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및 결제내역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결제 최종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 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내역 중 첫번째 상품 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2" name=""/>
          <p:cNvSpPr/>
          <p:nvPr/>
        </p:nvSpPr>
        <p:spPr>
          <a:xfrm>
            <a:off x="1892449" y="2022748"/>
            <a:ext cx="2886270" cy="38788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13" name=""/>
          <p:cNvSpPr/>
          <p:nvPr/>
        </p:nvSpPr>
        <p:spPr>
          <a:xfrm>
            <a:off x="1881887" y="2775422"/>
            <a:ext cx="2896832" cy="11486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4" name=""/>
          <p:cNvSpPr/>
          <p:nvPr/>
        </p:nvSpPr>
        <p:spPr>
          <a:xfrm>
            <a:off x="1953324" y="2937550"/>
            <a:ext cx="982920" cy="762104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5" name=""/>
          <p:cNvSpPr/>
          <p:nvPr/>
        </p:nvSpPr>
        <p:spPr>
          <a:xfrm>
            <a:off x="3146604" y="3032826"/>
            <a:ext cx="1440180" cy="1905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날짜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16" name=""/>
          <p:cNvSpPr/>
          <p:nvPr/>
        </p:nvSpPr>
        <p:spPr>
          <a:xfrm>
            <a:off x="3954814" y="3429000"/>
            <a:ext cx="720090" cy="270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상세보기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321" name=""/>
          <p:cNvSpPr/>
          <p:nvPr/>
        </p:nvSpPr>
        <p:spPr>
          <a:xfrm>
            <a:off x="3146604" y="3429000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2" name=""/>
          <p:cNvSpPr/>
          <p:nvPr/>
        </p:nvSpPr>
        <p:spPr>
          <a:xfrm>
            <a:off x="1892449" y="4224172"/>
            <a:ext cx="2896832" cy="11486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1963886" y="4386299"/>
            <a:ext cx="982920" cy="762104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3157166" y="4481575"/>
            <a:ext cx="1440180" cy="19052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396537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상세보기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15716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7" name="타원 83"/>
          <p:cNvSpPr/>
          <p:nvPr/>
        </p:nvSpPr>
        <p:spPr>
          <a:xfrm>
            <a:off x="1810449" y="270398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타원 83"/>
          <p:cNvSpPr/>
          <p:nvPr/>
        </p:nvSpPr>
        <p:spPr>
          <a:xfrm>
            <a:off x="3877256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9" name="타원 83"/>
          <p:cNvSpPr/>
          <p:nvPr/>
        </p:nvSpPr>
        <p:spPr>
          <a:xfrm>
            <a:off x="3085728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타원 83"/>
          <p:cNvSpPr/>
          <p:nvPr/>
        </p:nvSpPr>
        <p:spPr>
          <a:xfrm>
            <a:off x="1963886" y="288995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12.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 상세내역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9335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382206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215425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392768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382205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382205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31" name=""/>
          <p:cNvSpPr/>
          <p:nvPr/>
        </p:nvSpPr>
        <p:spPr>
          <a:xfrm>
            <a:off x="549836" y="2675699"/>
            <a:ext cx="2536676" cy="79507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3" name=""/>
          <p:cNvSpPr/>
          <p:nvPr/>
        </p:nvSpPr>
        <p:spPr>
          <a:xfrm>
            <a:off x="665132" y="2798728"/>
            <a:ext cx="719441" cy="5674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사진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4" name=""/>
          <p:cNvSpPr/>
          <p:nvPr/>
        </p:nvSpPr>
        <p:spPr>
          <a:xfrm>
            <a:off x="1546701" y="2798729"/>
            <a:ext cx="1327420" cy="21602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36" name=""/>
          <p:cNvSpPr/>
          <p:nvPr/>
        </p:nvSpPr>
        <p:spPr>
          <a:xfrm>
            <a:off x="1546701" y="3172386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7" name=""/>
          <p:cNvSpPr/>
          <p:nvPr/>
        </p:nvSpPr>
        <p:spPr>
          <a:xfrm>
            <a:off x="562283" y="3609765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8" name=""/>
          <p:cNvSpPr/>
          <p:nvPr/>
        </p:nvSpPr>
        <p:spPr>
          <a:xfrm>
            <a:off x="677579" y="3732794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9" name=""/>
          <p:cNvSpPr/>
          <p:nvPr/>
        </p:nvSpPr>
        <p:spPr>
          <a:xfrm>
            <a:off x="1559148" y="3732795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1559148" y="4106452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1" name=""/>
          <p:cNvSpPr/>
          <p:nvPr/>
        </p:nvSpPr>
        <p:spPr>
          <a:xfrm>
            <a:off x="562283" y="4570971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2" name=""/>
          <p:cNvSpPr/>
          <p:nvPr/>
        </p:nvSpPr>
        <p:spPr>
          <a:xfrm>
            <a:off x="677579" y="4694001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3" name=""/>
          <p:cNvSpPr/>
          <p:nvPr/>
        </p:nvSpPr>
        <p:spPr>
          <a:xfrm>
            <a:off x="1559148" y="4694001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4" name=""/>
          <p:cNvSpPr/>
          <p:nvPr/>
        </p:nvSpPr>
        <p:spPr>
          <a:xfrm>
            <a:off x="1559148" y="5067659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4" name="Shape 434"/>
          <p:cNvSpPr/>
          <p:nvPr/>
        </p:nvSpPr>
        <p:spPr>
          <a:xfrm>
            <a:off x="3889193" y="1101365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65" name="타원 50"/>
          <p:cNvSpPr/>
          <p:nvPr/>
        </p:nvSpPr>
        <p:spPr>
          <a:xfrm>
            <a:off x="4722412" y="1246522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6" name=""/>
          <p:cNvSpPr/>
          <p:nvPr/>
        </p:nvSpPr>
        <p:spPr>
          <a:xfrm>
            <a:off x="3899755" y="5803211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7" name=""/>
          <p:cNvGraphicFramePr>
            <a:graphicFrameLocks noGrp="1"/>
          </p:cNvGraphicFramePr>
          <p:nvPr/>
        </p:nvGraphicFramePr>
        <p:xfrm>
          <a:off x="3889192" y="5803212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9" name=""/>
          <p:cNvSpPr/>
          <p:nvPr/>
        </p:nvSpPr>
        <p:spPr>
          <a:xfrm>
            <a:off x="3889192" y="2000510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2" name=""/>
          <p:cNvSpPr/>
          <p:nvPr/>
        </p:nvSpPr>
        <p:spPr>
          <a:xfrm>
            <a:off x="4074470" y="2155877"/>
            <a:ext cx="2512979" cy="11651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3" name=""/>
          <p:cNvSpPr/>
          <p:nvPr/>
        </p:nvSpPr>
        <p:spPr>
          <a:xfrm>
            <a:off x="4226465" y="2278907"/>
            <a:ext cx="2158324" cy="3736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주소 </a:t>
            </a: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4226465" y="2839315"/>
            <a:ext cx="2158324" cy="37365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4074470" y="3429000"/>
            <a:ext cx="2512979" cy="17194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7" name=""/>
          <p:cNvSpPr/>
          <p:nvPr/>
        </p:nvSpPr>
        <p:spPr>
          <a:xfrm>
            <a:off x="4226465" y="3586630"/>
            <a:ext cx="2158324" cy="3374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사용 쿠폰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88" name=""/>
          <p:cNvSpPr/>
          <p:nvPr/>
        </p:nvSpPr>
        <p:spPr>
          <a:xfrm>
            <a:off x="4226466" y="4174179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배송비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"/>
          <p:cNvSpPr/>
          <p:nvPr/>
        </p:nvSpPr>
        <p:spPr>
          <a:xfrm>
            <a:off x="4226465" y="4694001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할인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0" name=""/>
          <p:cNvSpPr/>
          <p:nvPr/>
        </p:nvSpPr>
        <p:spPr>
          <a:xfrm>
            <a:off x="4074470" y="5340040"/>
            <a:ext cx="2512979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1" name=""/>
          <p:cNvSpPr/>
          <p:nvPr/>
        </p:nvSpPr>
        <p:spPr>
          <a:xfrm>
            <a:off x="677579" y="2155877"/>
            <a:ext cx="2160270" cy="3098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배송지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저장한 배송지목록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배송지 입력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추가 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주소검색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오픈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입력된 값 추가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주소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4" name=""/>
          <p:cNvSpPr/>
          <p:nvPr/>
        </p:nvSpPr>
        <p:spPr>
          <a:xfrm>
            <a:off x="798185" y="5340718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15" name=""/>
          <p:cNvCxnSpPr/>
          <p:nvPr/>
        </p:nvCxnSpPr>
        <p:spPr>
          <a:xfrm rot="5400000" flipH="1" flipV="1">
            <a:off x="2476472" y="4064361"/>
            <a:ext cx="2058644" cy="787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1" name=""/>
          <p:cNvSpPr/>
          <p:nvPr/>
        </p:nvSpPr>
        <p:spPr>
          <a:xfrm>
            <a:off x="4157324" y="33052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우편번호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2" name=""/>
          <p:cNvSpPr/>
          <p:nvPr/>
        </p:nvSpPr>
        <p:spPr>
          <a:xfrm>
            <a:off x="4140911" y="3822382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4150436" y="4358501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4298700" y="2197843"/>
            <a:ext cx="2304288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검색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4307323" y="5340719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3" name="타원 83"/>
          <p:cNvSpPr/>
          <p:nvPr/>
        </p:nvSpPr>
        <p:spPr>
          <a:xfrm>
            <a:off x="3050986" y="526928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4" name="타원 83"/>
          <p:cNvSpPr/>
          <p:nvPr/>
        </p:nvSpPr>
        <p:spPr>
          <a:xfrm>
            <a:off x="6531550" y="526928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6" name=""/>
          <p:cNvSpPr/>
          <p:nvPr/>
        </p:nvSpPr>
        <p:spPr>
          <a:xfrm>
            <a:off x="4157324" y="27297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배송지 별명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7" name="타원 83"/>
          <p:cNvSpPr/>
          <p:nvPr/>
        </p:nvSpPr>
        <p:spPr>
          <a:xfrm>
            <a:off x="6531550" y="213592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 리뷰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42850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96481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ko-KR" altLang="en-US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66082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점수</a:t>
            </a:r>
            <a:endParaRPr lang="ko-KR" altLang="en-US" sz="14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리뷰내용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상품명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5" name=""/>
          <p:cNvSpPr/>
          <p:nvPr/>
        </p:nvSpPr>
        <p:spPr>
          <a:xfrm>
            <a:off x="4378762" y="4752673"/>
            <a:ext cx="2158022" cy="66082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리뷰답변</a:t>
            </a:r>
            <a:endPara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191329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1145250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en-US" altLang="ko-KR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107176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공지사항 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공지사항 제목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2000" b="0" i="0" u="none" strike="noStrike" kern="1200" cap="none" spc="300" normalizeH="0" baseline="0" mc:Ignorable="hp" hp:hslEmbossed="0">
                <a:solidFill>
                  <a:srgbClr val="663300"/>
                </a:solidFill>
                <a:latin typeface="Calibri"/>
              </a:rPr>
              <a:t>관리자 페이지 메뉴 정보</a:t>
            </a:r>
            <a:endParaRPr xmlns:mc="http://schemas.openxmlformats.org/markup-compatibility/2006" xmlns:hp="http://schemas.haansoft.com/office/presentation/8.0" kumimoji="0" lang="ko-KR" altLang="en-US" sz="2000" b="0" i="0" u="none" strike="noStrike" kern="1200" cap="none" spc="300" normalizeH="0" baseline="0" mc:Ignorable="hp" hp:hslEmbossed="0">
              <a:solidFill>
                <a:srgbClr val="663300"/>
              </a:solidFill>
              <a:latin typeface="Calibri"/>
            </a:endParaRPr>
          </a:p>
        </p:txBody>
      </p:sp>
      <p:graphicFrame>
        <p:nvGraphicFramePr>
          <p:cNvPr id="5" name=""/>
          <p:cNvGraphicFramePr>
            <a:graphicFrameLocks noGrp="1"/>
          </p:cNvGraphicFramePr>
          <p:nvPr/>
        </p:nvGraphicFramePr>
        <p:xfrm>
          <a:off x="354685" y="1072938"/>
          <a:ext cx="11459745" cy="2786261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2297430"/>
                <a:gridCol w="2291470"/>
                <a:gridCol w="2291470"/>
                <a:gridCol w="2287905"/>
                <a:gridCol w="2291470"/>
              </a:tblGrid>
              <a:tr h="494546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회원관리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주문관리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공지사항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상품관리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고객 문의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</a:tr>
              <a:tr h="2167952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회원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회원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결제 횟수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사용 금액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배송지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잔여 포인트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쿠폰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기본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주문 내역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전체 주문내역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주문번호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=&gt;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현재 날짜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+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시간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상품별 주문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기간별 주문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 통계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상품별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지역별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글 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작성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삭제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수정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상품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등록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명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가격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수량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  노출 여부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수정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상품 명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가격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수량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  노출여부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판매중지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삭제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고객 문의 내역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고객문의 목록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고객문의 답변하기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"/>
          <p:cNvGraphicFramePr>
            <a:graphicFrameLocks noGrp="1"/>
          </p:cNvGraphicFramePr>
          <p:nvPr/>
        </p:nvGraphicFramePr>
        <p:xfrm>
          <a:off x="366127" y="3859199"/>
          <a:ext cx="11459745" cy="2662498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2297430"/>
                <a:gridCol w="2291470"/>
                <a:gridCol w="2291470"/>
                <a:gridCol w="2287905"/>
                <a:gridCol w="2291470"/>
              </a:tblGrid>
              <a:tr h="494546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지점관리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</a:tr>
              <a:tr h="2167952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지점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지점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위치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카카오 지도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연락처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관리자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전용 아이디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6956132" cy="360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7692774" y="6542032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1586917" y="981278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5" name=""/>
          <p:cNvSpPr/>
          <p:nvPr/>
        </p:nvSpPr>
        <p:spPr>
          <a:xfrm>
            <a:off x="1586916" y="981278"/>
            <a:ext cx="8785966" cy="74983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6" name=""/>
          <p:cNvSpPr/>
          <p:nvPr/>
        </p:nvSpPr>
        <p:spPr>
          <a:xfrm>
            <a:off x="1703511" y="1093348"/>
            <a:ext cx="1631409" cy="51678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 </a:t>
            </a:r>
            <a:r>
              <a:rPr lang="en-US" altLang="ko-KR"/>
              <a:t>LOGO</a:t>
            </a:r>
            <a:endParaRPr lang="en-US" altLang="ko-KR"/>
          </a:p>
        </p:txBody>
      </p:sp>
      <p:sp>
        <p:nvSpPr>
          <p:cNvPr id="357" name=""/>
          <p:cNvSpPr/>
          <p:nvPr/>
        </p:nvSpPr>
        <p:spPr>
          <a:xfrm>
            <a:off x="8852328" y="1093348"/>
            <a:ext cx="1327420" cy="25839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58" name=""/>
          <p:cNvSpPr/>
          <p:nvPr/>
        </p:nvSpPr>
        <p:spPr>
          <a:xfrm>
            <a:off x="3998631" y="2897018"/>
            <a:ext cx="3901196" cy="2512978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9" name=""/>
          <p:cNvSpPr/>
          <p:nvPr/>
        </p:nvSpPr>
        <p:spPr>
          <a:xfrm>
            <a:off x="5022061" y="3028747"/>
            <a:ext cx="1793538" cy="40025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로그인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60" name=""/>
          <p:cNvSpPr/>
          <p:nvPr/>
        </p:nvSpPr>
        <p:spPr>
          <a:xfrm>
            <a:off x="3998631" y="3750631"/>
            <a:ext cx="587712" cy="54473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anchorCtr="1"/>
          <a:p>
            <a:pPr algn="ctr">
              <a:defRPr/>
            </a:pPr>
            <a:r>
              <a:rPr lang="en-US" altLang="ko-KR" sz="1300">
                <a:solidFill>
                  <a:schemeClr val="dk1"/>
                </a:solidFill>
              </a:rPr>
              <a:t>ID</a:t>
            </a:r>
            <a:endParaRPr lang="en-US" altLang="ko-KR" sz="1300">
              <a:solidFill>
                <a:schemeClr val="dk1"/>
              </a:solidFill>
            </a:endParaRPr>
          </a:p>
        </p:txBody>
      </p:sp>
      <p:sp>
        <p:nvSpPr>
          <p:cNvPr id="361" name=""/>
          <p:cNvSpPr/>
          <p:nvPr/>
        </p:nvSpPr>
        <p:spPr>
          <a:xfrm>
            <a:off x="3998631" y="4295369"/>
            <a:ext cx="587712" cy="54473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PW</a:t>
            </a: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2" name=""/>
          <p:cNvSpPr/>
          <p:nvPr/>
        </p:nvSpPr>
        <p:spPr>
          <a:xfrm>
            <a:off x="4586343" y="3750630"/>
            <a:ext cx="2406582" cy="54473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3" name=""/>
          <p:cNvSpPr/>
          <p:nvPr/>
        </p:nvSpPr>
        <p:spPr>
          <a:xfrm>
            <a:off x="4586343" y="4295369"/>
            <a:ext cx="2406582" cy="54473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4" name=""/>
          <p:cNvSpPr/>
          <p:nvPr/>
        </p:nvSpPr>
        <p:spPr>
          <a:xfrm>
            <a:off x="6992926" y="3750631"/>
            <a:ext cx="906902" cy="108947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400">
                <a:solidFill>
                  <a:schemeClr val="dk1"/>
                </a:solidFill>
              </a:rPr>
              <a:t>login</a:t>
            </a:r>
            <a:endParaRPr lang="en-US" altLang="ko-KR" sz="14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6956132" cy="360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서브 메뉴 틀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/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 관리자 메인 화면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253634" y="981278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5" name=""/>
          <p:cNvSpPr/>
          <p:nvPr/>
        </p:nvSpPr>
        <p:spPr>
          <a:xfrm>
            <a:off x="3253633" y="981278"/>
            <a:ext cx="8785966" cy="74983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191322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지점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703511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978206" y="1097806"/>
            <a:ext cx="1631409" cy="51678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 </a:t>
            </a:r>
            <a:r>
              <a:rPr lang="en-US" altLang="ko-KR"/>
              <a:t>LOGO</a:t>
            </a:r>
            <a:endParaRPr lang="en-US" altLang="ko-KR"/>
          </a:p>
        </p:txBody>
      </p:sp>
      <p:sp>
        <p:nvSpPr>
          <p:cNvPr id="357" name=""/>
          <p:cNvSpPr/>
          <p:nvPr/>
        </p:nvSpPr>
        <p:spPr>
          <a:xfrm>
            <a:off x="10519045" y="1093348"/>
            <a:ext cx="1327420" cy="25839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58" name=""/>
          <p:cNvSpPr/>
          <p:nvPr/>
        </p:nvSpPr>
        <p:spPr>
          <a:xfrm>
            <a:off x="3253634" y="1097806"/>
            <a:ext cx="724572" cy="51678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</p:txBody>
      </p:sp>
      <p:cxnSp>
        <p:nvCxnSpPr>
          <p:cNvPr id="359" name=""/>
          <p:cNvCxnSpPr/>
          <p:nvPr/>
        </p:nvCxnSpPr>
        <p:spPr>
          <a:xfrm rot="10800000" flipV="1">
            <a:off x="1470295" y="1222543"/>
            <a:ext cx="1894867" cy="13365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0" name=""/>
          <p:cNvSpPr/>
          <p:nvPr/>
        </p:nvSpPr>
        <p:spPr>
          <a:xfrm>
            <a:off x="3481691" y="1903986"/>
            <a:ext cx="8364774" cy="44281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61" name=""/>
          <p:cNvSpPr/>
          <p:nvPr/>
        </p:nvSpPr>
        <p:spPr>
          <a:xfrm>
            <a:off x="10519045" y="1389838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현재 메뉴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37707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Description5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회원 주문내역 리스트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회원 정보수정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회원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검색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정렬방식 선택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이름순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,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상세정보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회원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1" name=""/>
          <p:cNvSpPr/>
          <p:nvPr/>
        </p:nvSpPr>
        <p:spPr>
          <a:xfrm>
            <a:off x="464564" y="1862248"/>
            <a:ext cx="8466168" cy="467978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63" name=""/>
          <p:cNvSpPr/>
          <p:nvPr/>
        </p:nvSpPr>
        <p:spPr>
          <a:xfrm>
            <a:off x="620470" y="2458003"/>
            <a:ext cx="8177313" cy="128182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65" name=""/>
          <p:cNvSpPr/>
          <p:nvPr/>
        </p:nvSpPr>
        <p:spPr>
          <a:xfrm>
            <a:off x="724364" y="2600287"/>
            <a:ext cx="777674" cy="48596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고유번호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66" name=""/>
          <p:cNvSpPr/>
          <p:nvPr/>
        </p:nvSpPr>
        <p:spPr>
          <a:xfrm>
            <a:off x="1502039" y="2600076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7" name=""/>
          <p:cNvSpPr/>
          <p:nvPr/>
        </p:nvSpPr>
        <p:spPr>
          <a:xfrm>
            <a:off x="2279714" y="2600076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8" name=""/>
          <p:cNvSpPr/>
          <p:nvPr/>
        </p:nvSpPr>
        <p:spPr>
          <a:xfrm>
            <a:off x="3835064" y="260028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전화번호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9" name=""/>
          <p:cNvSpPr/>
          <p:nvPr/>
        </p:nvSpPr>
        <p:spPr>
          <a:xfrm>
            <a:off x="4612739" y="260028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포인트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0" name=""/>
          <p:cNvSpPr/>
          <p:nvPr/>
        </p:nvSpPr>
        <p:spPr>
          <a:xfrm>
            <a:off x="3057389" y="260028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닉네임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1" name=""/>
          <p:cNvSpPr/>
          <p:nvPr/>
        </p:nvSpPr>
        <p:spPr>
          <a:xfrm>
            <a:off x="5390414" y="2600287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가입일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4" name=""/>
          <p:cNvSpPr/>
          <p:nvPr/>
        </p:nvSpPr>
        <p:spPr>
          <a:xfrm>
            <a:off x="6401147" y="2600287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최종 접속일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5" name=""/>
          <p:cNvSpPr/>
          <p:nvPr/>
        </p:nvSpPr>
        <p:spPr>
          <a:xfrm>
            <a:off x="7411879" y="2600287"/>
            <a:ext cx="1142460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마지막 주문일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6" name=""/>
          <p:cNvSpPr/>
          <p:nvPr/>
        </p:nvSpPr>
        <p:spPr>
          <a:xfrm>
            <a:off x="724363" y="308624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구매횟수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7" name=""/>
          <p:cNvSpPr/>
          <p:nvPr/>
        </p:nvSpPr>
        <p:spPr>
          <a:xfrm>
            <a:off x="6123896" y="3313817"/>
            <a:ext cx="1103024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8" name=""/>
          <p:cNvSpPr/>
          <p:nvPr/>
        </p:nvSpPr>
        <p:spPr>
          <a:xfrm>
            <a:off x="7226921" y="3313817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9" name="타원 83"/>
          <p:cNvSpPr/>
          <p:nvPr/>
        </p:nvSpPr>
        <p:spPr>
          <a:xfrm>
            <a:off x="6052458" y="32423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0" name="타원 83"/>
          <p:cNvSpPr/>
          <p:nvPr/>
        </p:nvSpPr>
        <p:spPr>
          <a:xfrm>
            <a:off x="7176524" y="32423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1" name=""/>
          <p:cNvSpPr/>
          <p:nvPr/>
        </p:nvSpPr>
        <p:spPr>
          <a:xfrm>
            <a:off x="7890630" y="3313817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2" name="타원 83"/>
          <p:cNvSpPr/>
          <p:nvPr/>
        </p:nvSpPr>
        <p:spPr>
          <a:xfrm>
            <a:off x="7840233" y="32423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3" name=""/>
          <p:cNvSpPr/>
          <p:nvPr/>
        </p:nvSpPr>
        <p:spPr>
          <a:xfrm>
            <a:off x="620470" y="3739825"/>
            <a:ext cx="8177313" cy="128182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4" name=""/>
          <p:cNvSpPr/>
          <p:nvPr/>
        </p:nvSpPr>
        <p:spPr>
          <a:xfrm>
            <a:off x="724364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고유번호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5" name=""/>
          <p:cNvSpPr/>
          <p:nvPr/>
        </p:nvSpPr>
        <p:spPr>
          <a:xfrm>
            <a:off x="1502039" y="3881898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2279714" y="3881898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7" name=""/>
          <p:cNvSpPr/>
          <p:nvPr/>
        </p:nvSpPr>
        <p:spPr>
          <a:xfrm>
            <a:off x="3835064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전화번호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4612739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포인트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"/>
          <p:cNvSpPr/>
          <p:nvPr/>
        </p:nvSpPr>
        <p:spPr>
          <a:xfrm>
            <a:off x="3057389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닉네임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0" name=""/>
          <p:cNvSpPr/>
          <p:nvPr/>
        </p:nvSpPr>
        <p:spPr>
          <a:xfrm>
            <a:off x="5390414" y="3882109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가입일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1" name=""/>
          <p:cNvSpPr/>
          <p:nvPr/>
        </p:nvSpPr>
        <p:spPr>
          <a:xfrm>
            <a:off x="6401147" y="3882109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최종 접속일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2" name=""/>
          <p:cNvSpPr/>
          <p:nvPr/>
        </p:nvSpPr>
        <p:spPr>
          <a:xfrm>
            <a:off x="7411880" y="3882109"/>
            <a:ext cx="1142460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마지막 주문일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3" name=""/>
          <p:cNvSpPr/>
          <p:nvPr/>
        </p:nvSpPr>
        <p:spPr>
          <a:xfrm>
            <a:off x="724364" y="4368070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구매횟수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4" name=""/>
          <p:cNvSpPr/>
          <p:nvPr/>
        </p:nvSpPr>
        <p:spPr>
          <a:xfrm>
            <a:off x="6123896" y="4595639"/>
            <a:ext cx="1103024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5" name=""/>
          <p:cNvSpPr/>
          <p:nvPr/>
        </p:nvSpPr>
        <p:spPr>
          <a:xfrm>
            <a:off x="7226921" y="4595639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6" name="타원 83"/>
          <p:cNvSpPr/>
          <p:nvPr/>
        </p:nvSpPr>
        <p:spPr>
          <a:xfrm>
            <a:off x="6052458" y="452420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97" name="타원 83"/>
          <p:cNvSpPr/>
          <p:nvPr/>
        </p:nvSpPr>
        <p:spPr>
          <a:xfrm>
            <a:off x="7176524" y="452420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98" name=""/>
          <p:cNvSpPr/>
          <p:nvPr/>
        </p:nvSpPr>
        <p:spPr>
          <a:xfrm>
            <a:off x="7890631" y="4595640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9" name="타원 83"/>
          <p:cNvSpPr/>
          <p:nvPr/>
        </p:nvSpPr>
        <p:spPr>
          <a:xfrm>
            <a:off x="7840234" y="452420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00" name=""/>
          <p:cNvSpPr/>
          <p:nvPr/>
        </p:nvSpPr>
        <p:spPr>
          <a:xfrm>
            <a:off x="620471" y="5021646"/>
            <a:ext cx="8177313" cy="128182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1" name=""/>
          <p:cNvSpPr/>
          <p:nvPr/>
        </p:nvSpPr>
        <p:spPr>
          <a:xfrm>
            <a:off x="724365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고유번호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2" name=""/>
          <p:cNvSpPr/>
          <p:nvPr/>
        </p:nvSpPr>
        <p:spPr>
          <a:xfrm>
            <a:off x="1502040" y="5163720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3" name=""/>
          <p:cNvSpPr/>
          <p:nvPr/>
        </p:nvSpPr>
        <p:spPr>
          <a:xfrm>
            <a:off x="2279715" y="5163720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4" name=""/>
          <p:cNvSpPr/>
          <p:nvPr/>
        </p:nvSpPr>
        <p:spPr>
          <a:xfrm>
            <a:off x="3835065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전화번호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5" name=""/>
          <p:cNvSpPr/>
          <p:nvPr/>
        </p:nvSpPr>
        <p:spPr>
          <a:xfrm>
            <a:off x="4612740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포인트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6" name=""/>
          <p:cNvSpPr/>
          <p:nvPr/>
        </p:nvSpPr>
        <p:spPr>
          <a:xfrm>
            <a:off x="3057390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닉네임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7" name=""/>
          <p:cNvSpPr/>
          <p:nvPr/>
        </p:nvSpPr>
        <p:spPr>
          <a:xfrm>
            <a:off x="5390415" y="5163931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가입일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8" name=""/>
          <p:cNvSpPr/>
          <p:nvPr/>
        </p:nvSpPr>
        <p:spPr>
          <a:xfrm>
            <a:off x="6401148" y="5163931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최종 접속일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9" name=""/>
          <p:cNvSpPr/>
          <p:nvPr/>
        </p:nvSpPr>
        <p:spPr>
          <a:xfrm>
            <a:off x="7411880" y="5163931"/>
            <a:ext cx="1142460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마지막 주문일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0" name=""/>
          <p:cNvSpPr/>
          <p:nvPr/>
        </p:nvSpPr>
        <p:spPr>
          <a:xfrm>
            <a:off x="724364" y="564989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구매횟수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1" name=""/>
          <p:cNvSpPr/>
          <p:nvPr/>
        </p:nvSpPr>
        <p:spPr>
          <a:xfrm>
            <a:off x="6123897" y="5877461"/>
            <a:ext cx="1103024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2" name=""/>
          <p:cNvSpPr/>
          <p:nvPr/>
        </p:nvSpPr>
        <p:spPr>
          <a:xfrm>
            <a:off x="7226922" y="5877461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3" name="타원 83"/>
          <p:cNvSpPr/>
          <p:nvPr/>
        </p:nvSpPr>
        <p:spPr>
          <a:xfrm>
            <a:off x="6052459" y="580602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14" name="타원 83"/>
          <p:cNvSpPr/>
          <p:nvPr/>
        </p:nvSpPr>
        <p:spPr>
          <a:xfrm>
            <a:off x="7176525" y="580602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15" name=""/>
          <p:cNvSpPr/>
          <p:nvPr/>
        </p:nvSpPr>
        <p:spPr>
          <a:xfrm>
            <a:off x="7890631" y="5877461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6" name="타원 83"/>
          <p:cNvSpPr/>
          <p:nvPr/>
        </p:nvSpPr>
        <p:spPr>
          <a:xfrm>
            <a:off x="7840234" y="580602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17" name=""/>
          <p:cNvSpPr/>
          <p:nvPr/>
        </p:nvSpPr>
        <p:spPr>
          <a:xfrm>
            <a:off x="1959109" y="1974917"/>
            <a:ext cx="4316649" cy="37492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검색 텍스트 박스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418" name=""/>
          <p:cNvSpPr/>
          <p:nvPr/>
        </p:nvSpPr>
        <p:spPr>
          <a:xfrm>
            <a:off x="6275759" y="1974917"/>
            <a:ext cx="768668" cy="37492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검색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420" name=""/>
          <p:cNvSpPr/>
          <p:nvPr/>
        </p:nvSpPr>
        <p:spPr>
          <a:xfrm>
            <a:off x="7470364" y="2033182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정렬방식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21" name="타원 83"/>
          <p:cNvSpPr/>
          <p:nvPr/>
        </p:nvSpPr>
        <p:spPr>
          <a:xfrm>
            <a:off x="7415901" y="196174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22" name="타원 83"/>
          <p:cNvSpPr/>
          <p:nvPr/>
        </p:nvSpPr>
        <p:spPr>
          <a:xfrm>
            <a:off x="6972989" y="19034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23" name="타원 83"/>
          <p:cNvSpPr/>
          <p:nvPr/>
        </p:nvSpPr>
        <p:spPr>
          <a:xfrm>
            <a:off x="724365" y="264763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424" name=""/>
          <p:cNvCxnSpPr/>
          <p:nvPr/>
        </p:nvCxnSpPr>
        <p:spPr>
          <a:xfrm rot="16200000" flipH="1">
            <a:off x="8320531" y="3806031"/>
            <a:ext cx="1449441" cy="98178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26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rgbClr val="000000"/>
                </a:solidFill>
              </a:rPr>
              <a:t>삭제</a:t>
            </a:r>
            <a:endParaRPr lang="ko-KR" altLang="en-US" sz="1200">
              <a:solidFill>
                <a:srgbClr val="000000"/>
              </a:solidFill>
            </a:endParaRPr>
          </a:p>
        </p:txBody>
      </p:sp>
      <p:sp>
        <p:nvSpPr>
          <p:cNvPr id="427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28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정말로 삭제하시겠습니까</a:t>
            </a:r>
            <a:endParaRPr lang="ko-KR" altLang="en-US" sz="10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회원상세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37707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Description5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회원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424" name=""/>
          <p:cNvCxnSpPr/>
          <p:nvPr/>
        </p:nvCxnSpPr>
        <p:spPr>
          <a:xfrm rot="16200000" flipH="1">
            <a:off x="7702922" y="3188409"/>
            <a:ext cx="2906488" cy="7599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26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rgbClr val="000000"/>
                </a:solidFill>
              </a:rPr>
              <a:t>삭제</a:t>
            </a:r>
            <a:endParaRPr lang="ko-KR" altLang="en-US" sz="1200">
              <a:solidFill>
                <a:srgbClr val="000000"/>
              </a:solidFill>
            </a:endParaRPr>
          </a:p>
        </p:txBody>
      </p:sp>
      <p:sp>
        <p:nvSpPr>
          <p:cNvPr id="427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28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정말로 삭제하시겠습니까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429" name=""/>
          <p:cNvSpPr/>
          <p:nvPr/>
        </p:nvSpPr>
        <p:spPr>
          <a:xfrm>
            <a:off x="7448754" y="1856768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2248508"/>
            <a:ext cx="8217847" cy="42935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432" name=""/>
          <p:cNvGraphicFramePr>
            <a:graphicFrameLocks noGrp="1"/>
          </p:cNvGraphicFramePr>
          <p:nvPr/>
        </p:nvGraphicFramePr>
        <p:xfrm>
          <a:off x="712886" y="2857121"/>
          <a:ext cx="7932420" cy="148336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4994"/>
                <a:gridCol w="2930741"/>
                <a:gridCol w="973455"/>
                <a:gridCol w="2983230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아이디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아이디 값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이름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이름 값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닉네임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닉네임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전화번호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전화번호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포인트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포인트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가입일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가입일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최종접속일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최종접속일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구매 횟수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구매 횟수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3" name=""/>
          <p:cNvGraphicFramePr>
            <a:graphicFrameLocks noGrp="1"/>
          </p:cNvGraphicFramePr>
          <p:nvPr/>
        </p:nvGraphicFramePr>
        <p:xfrm>
          <a:off x="716696" y="4920877"/>
          <a:ext cx="7928610" cy="74168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32656"/>
                <a:gridCol w="669595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배송지 닉네임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주소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배송지 닉네임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주소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34" name=""/>
          <p:cNvSpPr/>
          <p:nvPr/>
        </p:nvSpPr>
        <p:spPr>
          <a:xfrm>
            <a:off x="4439257" y="2359970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기본 정보</a:t>
            </a:r>
            <a:endParaRPr lang="ko-KR" altLang="en-US" sz="1300">
              <a:solidFill>
                <a:srgbClr val="000000"/>
              </a:solidFill>
            </a:endParaRPr>
          </a:p>
        </p:txBody>
      </p:sp>
      <p:sp>
        <p:nvSpPr>
          <p:cNvPr id="435" name=""/>
          <p:cNvSpPr/>
          <p:nvPr/>
        </p:nvSpPr>
        <p:spPr>
          <a:xfrm>
            <a:off x="4439257" y="4502616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배송지 목록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현재 메뉴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현재 메뉴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고객문의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고객문의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현재 메뉴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현재 메뉴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지점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지점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현재 메뉴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1485</ep:Words>
  <ep:PresentationFormat>화면 슬라이드 쇼(4:3)</ep:PresentationFormat>
  <ep:Paragraphs>466</ep:Paragraphs>
  <ep:Slides>25</ep:Slides>
  <ep:Notes>25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ep:HeadingPairs>
  <ep:TitlesOfParts>
    <vt:vector size="26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2021-05-22T07:57:19.622</dcterms:created>
  <dc:creator>HighTech</dc:creator>
  <cp:lastModifiedBy>HighTech</cp:lastModifiedBy>
  <dcterms:modified xsi:type="dcterms:W3CDTF">2021-06-06T08:19:09.827</dcterms:modified>
  <cp:revision>242</cp:revision>
  <cp:version>1100.0100.01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