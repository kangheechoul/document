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94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3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presProps" Target="presProps.xml"  /><Relationship Id="rId16" Type="http://schemas.openxmlformats.org/officeDocument/2006/relationships/viewProps" Target="viewProps.xml"  /><Relationship Id="rId17" Type="http://schemas.openxmlformats.org/officeDocument/2006/relationships/theme" Target="theme/theme1.xml"  /><Relationship Id="rId18" Type="http://schemas.openxmlformats.org/officeDocument/2006/relationships/tableStyles" Target="tableStyles.xml"  /><Relationship Id="rId2" Type="http://schemas.openxmlformats.org/officeDocument/2006/relationships/notesMaster" Target="notesMasters/notesMaster1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7911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87880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193139" y="3870972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48" name="Shape 150"/>
          <p:cNvSpPr/>
          <p:nvPr/>
        </p:nvSpPr>
        <p:spPr>
          <a:xfrm>
            <a:off x="2193140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49" name="Shape 150"/>
          <p:cNvSpPr/>
          <p:nvPr/>
        </p:nvSpPr>
        <p:spPr>
          <a:xfrm>
            <a:off x="3381248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6" name="타원 35"/>
          <p:cNvSpPr/>
          <p:nvPr/>
        </p:nvSpPr>
        <p:spPr>
          <a:xfrm>
            <a:off x="4460049" y="382483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타원 52"/>
          <p:cNvSpPr/>
          <p:nvPr/>
        </p:nvSpPr>
        <p:spPr>
          <a:xfrm>
            <a:off x="3132590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0" name="타원 49"/>
          <p:cNvSpPr/>
          <p:nvPr/>
        </p:nvSpPr>
        <p:spPr>
          <a:xfrm>
            <a:off x="4453754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3789040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02479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02479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54494" y="2155877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9790" y="2278906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51359" y="2278907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51359" y="2652564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6941" y="3089943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82237" y="3212972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63806" y="3212973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63806" y="3586630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6941" y="4051149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82237" y="4174179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63806" y="417417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63806" y="4547837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8" name="타원 83"/>
          <p:cNvSpPr/>
          <p:nvPr/>
        </p:nvSpPr>
        <p:spPr>
          <a:xfrm>
            <a:off x="3817754" y="5803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948</ep:Words>
  <ep:PresentationFormat>화면 슬라이드 쇼(4:3)</ep:PresentationFormat>
  <ep:Paragraphs>263</ep:Paragraphs>
  <ep:Slides>12</ep:Slides>
  <ep:Notes>12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ep:HeadingPairs>
  <ep:TitlesOfParts>
    <vt:vector size="13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2021-05-26T15:02:37.399</dcterms:modified>
  <cp:revision>133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