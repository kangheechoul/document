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 ?><Relationships xmlns="http://schemas.openxmlformats.org/package/2006/relationships"><Relationship Id="rId1" Type="http://schemas.openxmlformats.org/officeDocument/2006/relationships/officeDocument" Target="ppt/presentation.xml"  /><Relationship Id="rId2" Type="http://schemas.openxmlformats.org/package/2006/relationships/metadata/thumbnail" Target="docProps/thumbnail.jpeg"  /><Relationship Id="rId3" Type="http://schemas.openxmlformats.org/package/2006/relationships/metadata/core-properties" Target="docProps/core.xml"  /><Relationship Id="rId4" Type="http://schemas.openxmlformats.org/officeDocument/2006/relationships/extended-properties" Target="docProps/app.xml"  /><Relationship Id="rId5" Type="http://schemas.openxmlformats.org/officeDocument/2006/relationships/custom-properties" Target="docProps/custom.xml"  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sldMasterIdLst>
    <p:sldMasterId id="2147483779" r:id="rId1"/>
  </p:sldMasterIdLst>
  <p:notesMasterIdLst>
    <p:notesMasterId r:id="rId2"/>
  </p:notesMasterIdLst>
  <p:sldIdLst>
    <p:sldId id="257" r:id="rId3"/>
    <p:sldId id="258" r:id="rId4"/>
    <p:sldId id="259" r:id="rId5"/>
    <p:sldId id="260" r:id="rId6"/>
    <p:sldId id="261" r:id="rId7"/>
    <p:sldId id="262" r:id="rId8"/>
    <p:sldId id="286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87" r:id="rId19"/>
    <p:sldId id="272" r:id="rId20"/>
    <p:sldId id="278" r:id="rId21"/>
    <p:sldId id="279" r:id="rId22"/>
    <p:sldId id="273" r:id="rId23"/>
    <p:sldId id="281" r:id="rId24"/>
    <p:sldId id="283" r:id="rId25"/>
    <p:sldId id="284" r:id="rId26"/>
    <p:sldId id="285" r:id="rId27"/>
    <p:sldId id="275" r:id="rId28"/>
    <p:sldId id="288" r:id="rId29"/>
    <p:sldId id="289" r:id="rId30"/>
    <p:sldId id="280" r:id="rId31"/>
    <p:sldId id="290" r:id="rId32"/>
    <p:sldId id="277" r:id="rId33"/>
    <p:sldId id="291" r:id="rId34"/>
    <p:sldId id="292" r:id="rId35"/>
    <p:sldId id="282" r:id="rId3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showPr showNarration="1">
    <p:sldAll/>
    <p:penClr>
      <a:srgbClr val="ff0000"/>
    </p:penClr>
    <p:extLst>
      <p:ext uri="{2FDB2607-1784-4EEB-B798-7EB5836EED8A}">
        <p14:showMediaCtrls xmlns:p14="http://schemas.microsoft.com/office/powerpoint/2010/main" val="1"/>
      </p:ext>
    </p:extLst>
  </p:showPr>
  <p:extLst>
    <p:ext uri="ACF4677E-8BD2-47ae-8A1F-98590045965D">
      <hp:hncThemeShow xmlns:hp="http://schemas.haansoft.com/office/presentation/8.0" themeShowType="1" themeSkinType="1" themeTransitionType="1" useThemeTransition="1" byMouseClick="1" attrType="1" dur="2000"/>
    </p:ext>
  </p:extLst>
</p:presentationPr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def="{5C22544A-7EE6-4342-B048-85BDC9FD1C3A}">
  <a:tblStyle styleId="{01A66EDD-3DAB-4C5B-A090-DC80EC1FD486}" styleName="Normal Style 1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lum val="90000"/>
            </a:schemeClr>
          </a:solidFill>
        </a:fill>
      </a:tcStyle>
    </a:wholeTbl>
    <a:band1H>
      <a:tcTxStyle/>
      <a:tcStyle>
        <a:tcBdr/>
        <a:fill>
          <a:solidFill>
            <a:schemeClr val="accent1">
              <a:lum val="8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accent1">
              <a:lum val="80000"/>
            </a:schemeClr>
          </a:solidFill>
        </a:fill>
      </a:tcStyle>
    </a:band1V>
    <a:band2V>
      <a:tcTxStyle/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normalViewPr snapVertSplitter="1" horzBarState="maximized">
    <p:restoredLeft sz="12579"/>
    <p:restoredTop sz="90000"/>
  </p:normalViewPr>
  <p:slideViewPr>
    <p:cSldViewPr snapToGrid="0" snapToObjects="1">
      <p:cViewPr varScale="1">
        <p:scale>
          <a:sx n="100" d="100"/>
          <a:sy n="100" d="100"/>
        </p:scale>
        <p:origin x="0" y="0"/>
      </p:cViewPr>
      <p:guideLst>
        <p:guide orient="horz" pos="2151"/>
        <p:guide pos="383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9" cy="72009"/>
</p:viewPr>
</file>

<file path=ppt/_rels/presentation.xml.rels><?xml version="1.0" encoding="UTF-8" standalone="yes" ?><Relationships xmlns="http://schemas.openxmlformats.org/package/2006/relationships"><Relationship Id="rId1" Type="http://schemas.openxmlformats.org/officeDocument/2006/relationships/slideMaster" Target="slideMasters/slideMaster1.xml"  /><Relationship Id="rId10" Type="http://schemas.openxmlformats.org/officeDocument/2006/relationships/slide" Target="slides/slide8.xml"  /><Relationship Id="rId11" Type="http://schemas.openxmlformats.org/officeDocument/2006/relationships/slide" Target="slides/slide9.xml"  /><Relationship Id="rId12" Type="http://schemas.openxmlformats.org/officeDocument/2006/relationships/slide" Target="slides/slide10.xml"  /><Relationship Id="rId13" Type="http://schemas.openxmlformats.org/officeDocument/2006/relationships/slide" Target="slides/slide11.xml"  /><Relationship Id="rId14" Type="http://schemas.openxmlformats.org/officeDocument/2006/relationships/slide" Target="slides/slide12.xml"  /><Relationship Id="rId15" Type="http://schemas.openxmlformats.org/officeDocument/2006/relationships/slide" Target="slides/slide13.xml"  /><Relationship Id="rId16" Type="http://schemas.openxmlformats.org/officeDocument/2006/relationships/slide" Target="slides/slide14.xml"  /><Relationship Id="rId17" Type="http://schemas.openxmlformats.org/officeDocument/2006/relationships/slide" Target="slides/slide15.xml"  /><Relationship Id="rId18" Type="http://schemas.openxmlformats.org/officeDocument/2006/relationships/slide" Target="slides/slide16.xml"  /><Relationship Id="rId19" Type="http://schemas.openxmlformats.org/officeDocument/2006/relationships/slide" Target="slides/slide17.xml"  /><Relationship Id="rId2" Type="http://schemas.openxmlformats.org/officeDocument/2006/relationships/notesMaster" Target="notesMasters/notesMaster1.xml"  /><Relationship Id="rId20" Type="http://schemas.openxmlformats.org/officeDocument/2006/relationships/slide" Target="slides/slide18.xml"  /><Relationship Id="rId21" Type="http://schemas.openxmlformats.org/officeDocument/2006/relationships/slide" Target="slides/slide19.xml"  /><Relationship Id="rId22" Type="http://schemas.openxmlformats.org/officeDocument/2006/relationships/slide" Target="slides/slide20.xml"  /><Relationship Id="rId23" Type="http://schemas.openxmlformats.org/officeDocument/2006/relationships/slide" Target="slides/slide21.xml"  /><Relationship Id="rId24" Type="http://schemas.openxmlformats.org/officeDocument/2006/relationships/slide" Target="slides/slide22.xml"  /><Relationship Id="rId25" Type="http://schemas.openxmlformats.org/officeDocument/2006/relationships/slide" Target="slides/slide23.xml"  /><Relationship Id="rId26" Type="http://schemas.openxmlformats.org/officeDocument/2006/relationships/slide" Target="slides/slide24.xml"  /><Relationship Id="rId27" Type="http://schemas.openxmlformats.org/officeDocument/2006/relationships/slide" Target="slides/slide25.xml"  /><Relationship Id="rId28" Type="http://schemas.openxmlformats.org/officeDocument/2006/relationships/slide" Target="slides/slide26.xml"  /><Relationship Id="rId29" Type="http://schemas.openxmlformats.org/officeDocument/2006/relationships/slide" Target="slides/slide27.xml"  /><Relationship Id="rId3" Type="http://schemas.openxmlformats.org/officeDocument/2006/relationships/slide" Target="slides/slide1.xml"  /><Relationship Id="rId30" Type="http://schemas.openxmlformats.org/officeDocument/2006/relationships/slide" Target="slides/slide28.xml"  /><Relationship Id="rId31" Type="http://schemas.openxmlformats.org/officeDocument/2006/relationships/slide" Target="slides/slide29.xml"  /><Relationship Id="rId32" Type="http://schemas.openxmlformats.org/officeDocument/2006/relationships/slide" Target="slides/slide30.xml"  /><Relationship Id="rId33" Type="http://schemas.openxmlformats.org/officeDocument/2006/relationships/slide" Target="slides/slide31.xml"  /><Relationship Id="rId34" Type="http://schemas.openxmlformats.org/officeDocument/2006/relationships/slide" Target="slides/slide32.xml"  /><Relationship Id="rId35" Type="http://schemas.openxmlformats.org/officeDocument/2006/relationships/slide" Target="slides/slide33.xml"  /><Relationship Id="rId36" Type="http://schemas.openxmlformats.org/officeDocument/2006/relationships/slide" Target="slides/slide34.xml"  /><Relationship Id="rId37" Type="http://schemas.openxmlformats.org/officeDocument/2006/relationships/presProps" Target="presProps.xml"  /><Relationship Id="rId38" Type="http://schemas.openxmlformats.org/officeDocument/2006/relationships/viewProps" Target="viewProps.xml"  /><Relationship Id="rId39" Type="http://schemas.openxmlformats.org/officeDocument/2006/relationships/theme" Target="theme/theme1.xml"  /><Relationship Id="rId4" Type="http://schemas.openxmlformats.org/officeDocument/2006/relationships/slide" Target="slides/slide2.xml"  /><Relationship Id="rId40" Type="http://schemas.openxmlformats.org/officeDocument/2006/relationships/tableStyles" Target="tableStyles.xml"  /><Relationship Id="rId5" Type="http://schemas.openxmlformats.org/officeDocument/2006/relationships/slide" Target="slides/slide3.xml"  /><Relationship Id="rId6" Type="http://schemas.openxmlformats.org/officeDocument/2006/relationships/slide" Target="slides/slide4.xml"  /><Relationship Id="rId7" Type="http://schemas.openxmlformats.org/officeDocument/2006/relationships/slide" Target="slides/slide5.xml"  /><Relationship Id="rId8" Type="http://schemas.openxmlformats.org/officeDocument/2006/relationships/slide" Target="slides/slide6.xml"  /><Relationship Id="rId9" Type="http://schemas.openxmlformats.org/officeDocument/2006/relationships/slide" Target="slides/slide7.xml"  /></Relationships>
</file>

<file path=ppt/notesMasters/_rels/notesMaster1.xml.rels><?xml version="1.0" encoding="UTF-8" standalone="yes" ?><Relationships xmlns="http://schemas.openxmlformats.org/package/2006/relationships"><Relationship Id="rId1" Type="http://schemas.openxmlformats.org/officeDocument/2006/relationships/theme" Target="../theme/theme2.xml"  /></Relationships>
</file>

<file path=ppt/notesMasters/notesMaster1.xml><?xml version="1.0" encoding="utf-8"?>
<p:notes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 idx="0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pPr lvl="0">
              <a:defRPr/>
            </a:pPr>
            <a:fld id="{E2B2BC9D-A816-4D0A-858B-1D023B3A8ACA}" type="datetime1">
              <a:rPr lang="ko-KR" altLang="en-US"/>
              <a:pPr lvl="0">
                <a:defRPr/>
              </a:pPr>
              <a:t>2021-06-13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anchor="ctr"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>
            <a:noAutofit/>
          </a:bodyPr>
          <a:lstStyle/>
          <a:p>
            <a:pPr lvl="0">
              <a:defRPr/>
            </a:pPr>
            <a:r>
              <a:rPr lang="ko-KR" altLang="en-US"/>
              <a:t>마스터 텍스트 스타일을 편집합니다</a:t>
            </a:r>
            <a:endParaRPr lang="ko-KR" altLang="en-US"/>
          </a:p>
          <a:p>
            <a:pPr lvl="1">
              <a:defRPr/>
            </a:pPr>
            <a:r>
              <a:rPr lang="ko-KR" altLang="en-US"/>
              <a:t>둘째 수준</a:t>
            </a:r>
            <a:endParaRPr lang="ko-KR" altLang="en-US"/>
          </a:p>
          <a:p>
            <a:pPr lvl="2">
              <a:defRPr/>
            </a:pPr>
            <a:r>
              <a:rPr lang="ko-KR" altLang="en-US"/>
              <a:t>셋째 수준</a:t>
            </a:r>
            <a:endParaRPr lang="ko-KR" altLang="en-US"/>
          </a:p>
          <a:p>
            <a:pPr lvl="3">
              <a:defRPr/>
            </a:pPr>
            <a:r>
              <a:rPr lang="ko-KR" altLang="en-US"/>
              <a:t>넷째 수준</a:t>
            </a:r>
            <a:endParaRPr lang="ko-KR" altLang="en-US"/>
          </a:p>
          <a:p>
            <a:pPr lvl="4">
              <a:defRPr/>
            </a:pPr>
            <a:r>
              <a:rPr lang="ko-KR" altLang="en-US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>
              <a:defRPr sz="1200"/>
            </a:lvl1pPr>
          </a:lstStyle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 lvl="0">
              <a:defRPr/>
            </a:pPr>
            <a:fld id="{09F4262C-968C-4EE9-8164-CE16364706B3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1" Type="http://schemas.openxmlformats.org/officeDocument/2006/relationships/slide" Target="../slides/slide1.xml"  /><Relationship Id="rId2" Type="http://schemas.openxmlformats.org/officeDocument/2006/relationships/notesMaster" Target="../notesMasters/notesMaster1.xml"  /></Relationships>
</file>

<file path=ppt/notesSlides/_rels/notesSlide2.xml.rels><?xml version="1.0" encoding="UTF-8" standalone="yes" ?><Relationships xmlns="http://schemas.openxmlformats.org/package/2006/relationships"><Relationship Id="rId1" Type="http://schemas.openxmlformats.org/officeDocument/2006/relationships/slide" Target="../slides/slide2.xml"  /><Relationship Id="rId2" Type="http://schemas.openxmlformats.org/officeDocument/2006/relationships/notesMaster" Target="../notesMasters/notesMaster1.xml"  /></Relationships>
</file>

<file path=ppt/notesSlides/_rels/notesSlide3.xml.rels><?xml version="1.0" encoding="UTF-8" standalone="yes" ?><Relationships xmlns="http://schemas.openxmlformats.org/package/2006/relationships"><Relationship Id="rId1" Type="http://schemas.openxmlformats.org/officeDocument/2006/relationships/slide" Target="../slides/slide3.xml"  /><Relationship Id="rId2" Type="http://schemas.openxmlformats.org/officeDocument/2006/relationships/notesMaster" Target="../notesMasters/notesMaster1.xml"  /></Relationships>
</file>

<file path=ppt/notesSlides/_rels/notesSlide4.xml.rels><?xml version="1.0" encoding="UTF-8" standalone="yes" ?><Relationships xmlns="http://schemas.openxmlformats.org/package/2006/relationships"><Relationship Id="rId1" Type="http://schemas.openxmlformats.org/officeDocument/2006/relationships/slide" Target="../slides/slide4.xml"  /><Relationship Id="rId2" Type="http://schemas.openxmlformats.org/officeDocument/2006/relationships/notesMaster" Target="../notesMasters/notesMaster1.xml"  /></Relationships>
</file>

<file path=ppt/notesSlides/_rels/notesSlide5.xml.rels><?xml version="1.0" encoding="UTF-8" standalone="yes" ?><Relationships xmlns="http://schemas.openxmlformats.org/package/2006/relationships"><Relationship Id="rId1" Type="http://schemas.openxmlformats.org/officeDocument/2006/relationships/slide" Target="../slides/slide5.xml"  /><Relationship Id="rId2" Type="http://schemas.openxmlformats.org/officeDocument/2006/relationships/notesMaster" Target="../notesMasters/notesMaster1.xml"  /></Relationships>
</file>

<file path=ppt/notesSlides/_rels/notesSlide6.xml.rels><?xml version="1.0" encoding="UTF-8" standalone="yes" ?><Relationships xmlns="http://schemas.openxmlformats.org/package/2006/relationships"><Relationship Id="rId1" Type="http://schemas.openxmlformats.org/officeDocument/2006/relationships/slide" Target="../slides/slide6.xml"  /><Relationship Id="rId2" Type="http://schemas.openxmlformats.org/officeDocument/2006/relationships/notesMaster" Target="../notesMasters/notesMaster1.xml"  /></Relationships>
</file>

<file path=ppt/notesSlides/_rels/notesSlide7.xml.rels><?xml version="1.0" encoding="UTF-8" standalone="yes" ?><Relationships xmlns="http://schemas.openxmlformats.org/package/2006/relationships"><Relationship Id="rId1" Type="http://schemas.openxmlformats.org/officeDocument/2006/relationships/slide" Target="../slides/slide7.xml"  /><Relationship Id="rId2" Type="http://schemas.openxmlformats.org/officeDocument/2006/relationships/notesMaster" Target="../notesMasters/notesMaster1.xml"  /></Relationships>
</file>

<file path=ppt/notesSlides/_rels/notesSlide8.xml.rels><?xml version="1.0" encoding="UTF-8" standalone="yes" ?><Relationships xmlns="http://schemas.openxmlformats.org/package/2006/relationships"><Relationship Id="rId1" Type="http://schemas.openxmlformats.org/officeDocument/2006/relationships/slide" Target="../slides/slide8.xml"  /><Relationship Id="rId2" Type="http://schemas.openxmlformats.org/officeDocument/2006/relationships/notesMaster" Target="../notesMasters/notesMaster1.xml"  /></Relationships>
</file>

<file path=ppt/notesSlides/_rels/notesSlide9.xml.rels><?xml version="1.0" encoding="UTF-8" standalone="yes" ?><Relationships xmlns="http://schemas.openxmlformats.org/package/2006/relationships"><Relationship Id="rId1" Type="http://schemas.openxmlformats.org/officeDocument/2006/relationships/slide" Target="../slides/slide9.xml"  /><Relationship Id="rId2" Type="http://schemas.openxmlformats.org/officeDocument/2006/relationships/notesMaster" Target="../notesMasters/notesMaster1.xml"  /></Relationships>
</file>

<file path=ppt/notesSlides/_rels/notesSlide10.xml.rels><?xml version="1.0" encoding="UTF-8" standalone="yes" ?><Relationships xmlns="http://schemas.openxmlformats.org/package/2006/relationships"><Relationship Id="rId1" Type="http://schemas.openxmlformats.org/officeDocument/2006/relationships/slide" Target="../slides/slide10.xml"  /><Relationship Id="rId2" Type="http://schemas.openxmlformats.org/officeDocument/2006/relationships/notesMaster" Target="../notesMasters/notesMaster1.xml"  /></Relationships>
</file>

<file path=ppt/notesSlides/_rels/notesSlide11.xml.rels><?xml version="1.0" encoding="UTF-8" standalone="yes" ?><Relationships xmlns="http://schemas.openxmlformats.org/package/2006/relationships"><Relationship Id="rId1" Type="http://schemas.openxmlformats.org/officeDocument/2006/relationships/slide" Target="../slides/slide11.xml"  /><Relationship Id="rId2" Type="http://schemas.openxmlformats.org/officeDocument/2006/relationships/notesMaster" Target="../notesMasters/notesMaster1.xml"  /></Relationships>
</file>

<file path=ppt/notesSlides/_rels/notesSlide12.xml.rels><?xml version="1.0" encoding="UTF-8" standalone="yes" ?><Relationships xmlns="http://schemas.openxmlformats.org/package/2006/relationships"><Relationship Id="rId1" Type="http://schemas.openxmlformats.org/officeDocument/2006/relationships/slide" Target="../slides/slide12.xml"  /><Relationship Id="rId2" Type="http://schemas.openxmlformats.org/officeDocument/2006/relationships/notesMaster" Target="../notesMasters/notesMaster1.xml"  /></Relationships>
</file>

<file path=ppt/notesSlides/_rels/notesSlide13.xml.rels><?xml version="1.0" encoding="UTF-8" standalone="yes" ?><Relationships xmlns="http://schemas.openxmlformats.org/package/2006/relationships"><Relationship Id="rId1" Type="http://schemas.openxmlformats.org/officeDocument/2006/relationships/slide" Target="../slides/slide13.xml"  /><Relationship Id="rId2" Type="http://schemas.openxmlformats.org/officeDocument/2006/relationships/notesMaster" Target="../notesMasters/notesMaster1.xml"  /></Relationships>
</file>

<file path=ppt/notesSlides/_rels/notesSlide14.xml.rels><?xml version="1.0" encoding="UTF-8" standalone="yes" ?><Relationships xmlns="http://schemas.openxmlformats.org/package/2006/relationships"><Relationship Id="rId1" Type="http://schemas.openxmlformats.org/officeDocument/2006/relationships/slide" Target="../slides/slide14.xml"  /><Relationship Id="rId2" Type="http://schemas.openxmlformats.org/officeDocument/2006/relationships/notesMaster" Target="../notesMasters/notesMaster1.xml"  /></Relationships>
</file>

<file path=ppt/notesSlides/_rels/notesSlide15.xml.rels><?xml version="1.0" encoding="UTF-8" standalone="yes" ?><Relationships xmlns="http://schemas.openxmlformats.org/package/2006/relationships"><Relationship Id="rId1" Type="http://schemas.openxmlformats.org/officeDocument/2006/relationships/slide" Target="../slides/slide15.xml"  /><Relationship Id="rId2" Type="http://schemas.openxmlformats.org/officeDocument/2006/relationships/notesMaster" Target="../notesMasters/notesMaster1.xml"  /></Relationships>
</file>

<file path=ppt/notesSlides/_rels/notesSlide16.xml.rels><?xml version="1.0" encoding="UTF-8" standalone="yes" ?><Relationships xmlns="http://schemas.openxmlformats.org/package/2006/relationships"><Relationship Id="rId1" Type="http://schemas.openxmlformats.org/officeDocument/2006/relationships/slide" Target="../slides/slide16.xml"  /><Relationship Id="rId2" Type="http://schemas.openxmlformats.org/officeDocument/2006/relationships/notesMaster" Target="../notesMasters/notesMaster1.xml"  /></Relationships>
</file>

<file path=ppt/notesSlides/_rels/notesSlide17.xml.rels><?xml version="1.0" encoding="UTF-8" standalone="yes" ?><Relationships xmlns="http://schemas.openxmlformats.org/package/2006/relationships"><Relationship Id="rId1" Type="http://schemas.openxmlformats.org/officeDocument/2006/relationships/slide" Target="../slides/slide17.xml"  /><Relationship Id="rId2" Type="http://schemas.openxmlformats.org/officeDocument/2006/relationships/notesMaster" Target="../notesMasters/notesMaster1.xml"  /></Relationships>
</file>

<file path=ppt/notesSlides/_rels/notesSlide18.xml.rels><?xml version="1.0" encoding="UTF-8" standalone="yes" ?><Relationships xmlns="http://schemas.openxmlformats.org/package/2006/relationships"><Relationship Id="rId1" Type="http://schemas.openxmlformats.org/officeDocument/2006/relationships/slide" Target="../slides/slide18.xml"  /><Relationship Id="rId2" Type="http://schemas.openxmlformats.org/officeDocument/2006/relationships/notesMaster" Target="../notesMasters/notesMaster1.xml"  /></Relationships>
</file>

<file path=ppt/notesSlides/_rels/notesSlide19.xml.rels><?xml version="1.0" encoding="UTF-8" standalone="yes" ?><Relationships xmlns="http://schemas.openxmlformats.org/package/2006/relationships"><Relationship Id="rId1" Type="http://schemas.openxmlformats.org/officeDocument/2006/relationships/slide" Target="../slides/slide19.xml"  /><Relationship Id="rId2" Type="http://schemas.openxmlformats.org/officeDocument/2006/relationships/notesMaster" Target="../notesMasters/notesMaster1.xml"  /></Relationships>
</file>

<file path=ppt/notesSlides/_rels/notesSlide20.xml.rels><?xml version="1.0" encoding="UTF-8" standalone="yes" ?><Relationships xmlns="http://schemas.openxmlformats.org/package/2006/relationships"><Relationship Id="rId1" Type="http://schemas.openxmlformats.org/officeDocument/2006/relationships/slide" Target="../slides/slide20.xml"  /><Relationship Id="rId2" Type="http://schemas.openxmlformats.org/officeDocument/2006/relationships/notesMaster" Target="../notesMasters/notesMaster1.xml"  /></Relationships>
</file>

<file path=ppt/notesSlides/_rels/notesSlide21.xml.rels><?xml version="1.0" encoding="UTF-8" standalone="yes" ?><Relationships xmlns="http://schemas.openxmlformats.org/package/2006/relationships"><Relationship Id="rId1" Type="http://schemas.openxmlformats.org/officeDocument/2006/relationships/slide" Target="../slides/slide21.xml"  /><Relationship Id="rId2" Type="http://schemas.openxmlformats.org/officeDocument/2006/relationships/notesMaster" Target="../notesMasters/notesMaster1.xml"  /></Relationships>
</file>

<file path=ppt/notesSlides/_rels/notesSlide22.xml.rels><?xml version="1.0" encoding="UTF-8" standalone="yes" ?><Relationships xmlns="http://schemas.openxmlformats.org/package/2006/relationships"><Relationship Id="rId1" Type="http://schemas.openxmlformats.org/officeDocument/2006/relationships/slide" Target="../slides/slide22.xml"  /><Relationship Id="rId2" Type="http://schemas.openxmlformats.org/officeDocument/2006/relationships/notesMaster" Target="../notesMasters/notesMaster1.xml"  /></Relationships>
</file>

<file path=ppt/notesSlides/_rels/notesSlide23.xml.rels><?xml version="1.0" encoding="UTF-8" standalone="yes" ?><Relationships xmlns="http://schemas.openxmlformats.org/package/2006/relationships"><Relationship Id="rId1" Type="http://schemas.openxmlformats.org/officeDocument/2006/relationships/slide" Target="../slides/slide23.xml"  /><Relationship Id="rId2" Type="http://schemas.openxmlformats.org/officeDocument/2006/relationships/notesMaster" Target="../notesMasters/notesMaster1.xml"  /></Relationships>
</file>

<file path=ppt/notesSlides/_rels/notesSlide24.xml.rels><?xml version="1.0" encoding="UTF-8" standalone="yes" ?><Relationships xmlns="http://schemas.openxmlformats.org/package/2006/relationships"><Relationship Id="rId1" Type="http://schemas.openxmlformats.org/officeDocument/2006/relationships/slide" Target="../slides/slide24.xml"  /><Relationship Id="rId2" Type="http://schemas.openxmlformats.org/officeDocument/2006/relationships/notesMaster" Target="../notesMasters/notesMaster1.xml"  /></Relationships>
</file>

<file path=ppt/notesSlides/_rels/notesSlide25.xml.rels><?xml version="1.0" encoding="UTF-8" standalone="yes" ?><Relationships xmlns="http://schemas.openxmlformats.org/package/2006/relationships"><Relationship Id="rId1" Type="http://schemas.openxmlformats.org/officeDocument/2006/relationships/slide" Target="../slides/slide25.xml"  /><Relationship Id="rId2" Type="http://schemas.openxmlformats.org/officeDocument/2006/relationships/notesMaster" Target="../notesMasters/notesMaster1.xml"  /></Relationships>
</file>

<file path=ppt/notesSlides/_rels/notesSlide26.xml.rels><?xml version="1.0" encoding="UTF-8" standalone="yes" ?><Relationships xmlns="http://schemas.openxmlformats.org/package/2006/relationships"><Relationship Id="rId1" Type="http://schemas.openxmlformats.org/officeDocument/2006/relationships/slide" Target="../slides/slide26.xml"  /><Relationship Id="rId2" Type="http://schemas.openxmlformats.org/officeDocument/2006/relationships/notesMaster" Target="../notesMasters/notesMaster1.xml"  /></Relationships>
</file>

<file path=ppt/notesSlides/_rels/notesSlide27.xml.rels><?xml version="1.0" encoding="UTF-8" standalone="yes" ?><Relationships xmlns="http://schemas.openxmlformats.org/package/2006/relationships"><Relationship Id="rId1" Type="http://schemas.openxmlformats.org/officeDocument/2006/relationships/slide" Target="../slides/slide27.xml"  /><Relationship Id="rId2" Type="http://schemas.openxmlformats.org/officeDocument/2006/relationships/notesMaster" Target="../notesMasters/notesMaster1.xml"  /></Relationships>
</file>

<file path=ppt/notesSlides/_rels/notesSlide28.xml.rels><?xml version="1.0" encoding="UTF-8" standalone="yes" ?><Relationships xmlns="http://schemas.openxmlformats.org/package/2006/relationships"><Relationship Id="rId1" Type="http://schemas.openxmlformats.org/officeDocument/2006/relationships/slide" Target="../slides/slide28.xml"  /><Relationship Id="rId2" Type="http://schemas.openxmlformats.org/officeDocument/2006/relationships/notesMaster" Target="../notesMasters/notesMaster1.xml"  /></Relationships>
</file>

<file path=ppt/notesSlides/_rels/notesSlide29.xml.rels><?xml version="1.0" encoding="UTF-8" standalone="yes" ?><Relationships xmlns="http://schemas.openxmlformats.org/package/2006/relationships"><Relationship Id="rId1" Type="http://schemas.openxmlformats.org/officeDocument/2006/relationships/slide" Target="../slides/slide29.xml"  /><Relationship Id="rId2" Type="http://schemas.openxmlformats.org/officeDocument/2006/relationships/notesMaster" Target="../notesMasters/notesMaster1.xml"  /></Relationships>
</file>

<file path=ppt/notesSlides/_rels/notesSlide30.xml.rels><?xml version="1.0" encoding="UTF-8" standalone="yes" ?><Relationships xmlns="http://schemas.openxmlformats.org/package/2006/relationships"><Relationship Id="rId1" Type="http://schemas.openxmlformats.org/officeDocument/2006/relationships/slide" Target="../slides/slide30.xml"  /><Relationship Id="rId2" Type="http://schemas.openxmlformats.org/officeDocument/2006/relationships/notesMaster" Target="../notesMasters/notesMaster1.xml"  /></Relationships>
</file>

<file path=ppt/notesSlides/_rels/notesSlide31.xml.rels><?xml version="1.0" encoding="UTF-8" standalone="yes" ?><Relationships xmlns="http://schemas.openxmlformats.org/package/2006/relationships"><Relationship Id="rId1" Type="http://schemas.openxmlformats.org/officeDocument/2006/relationships/slide" Target="../slides/slide31.xml"  /><Relationship Id="rId2" Type="http://schemas.openxmlformats.org/officeDocument/2006/relationships/notesMaster" Target="../notesMasters/notesMaster1.xml"  /></Relationships>
</file>

<file path=ppt/notesSlides/_rels/notesSlide32.xml.rels><?xml version="1.0" encoding="UTF-8" standalone="yes" ?><Relationships xmlns="http://schemas.openxmlformats.org/package/2006/relationships"><Relationship Id="rId1" Type="http://schemas.openxmlformats.org/officeDocument/2006/relationships/slide" Target="../slides/slide32.xml"  /><Relationship Id="rId2" Type="http://schemas.openxmlformats.org/officeDocument/2006/relationships/notesMaster" Target="../notesMasters/notesMaster1.xml"  /></Relationships>
</file>

<file path=ppt/notesSlides/_rels/notesSlide33.xml.rels><?xml version="1.0" encoding="UTF-8" standalone="yes" ?><Relationships xmlns="http://schemas.openxmlformats.org/package/2006/relationships"><Relationship Id="rId1" Type="http://schemas.openxmlformats.org/officeDocument/2006/relationships/slide" Target="../slides/slide33.xml"  /><Relationship Id="rId2" Type="http://schemas.openxmlformats.org/officeDocument/2006/relationships/notesMaster" Target="../notesMasters/notesMaster1.xml"  /></Relationships>
</file>

<file path=ppt/notesSlides/_rels/notesSlide34.xml.rels><?xml version="1.0" encoding="UTF-8" standalone="yes" ?><Relationships xmlns="http://schemas.openxmlformats.org/package/2006/relationships"><Relationship Id="rId1" Type="http://schemas.openxmlformats.org/officeDocument/2006/relationships/slide" Target="../slides/slide34.xml"  /><Relationship Id="rId2" Type="http://schemas.openxmlformats.org/officeDocument/2006/relationships/notesMaster" Target="../notesMasters/notesMaster1.xml"  /></Relationships>
</file>

<file path=ppt/notesSlides/notesSlide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2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2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3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3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4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4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5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5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6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6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7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7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8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8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9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9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10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10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1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11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12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12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13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13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14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14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15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15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16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16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17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17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18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en-US" altLang="en-US"/>
              <a:pPr lvl="0">
                <a:defRPr/>
              </a:pPr>
              <a:t>18</a:t>
            </a:fld>
            <a:endParaRPr lang="en-US" altLang="en-US"/>
          </a:p>
        </p:txBody>
      </p:sp>
    </p:spTree>
  </p:cSld>
  <p:clrMapOvr>
    <a:masterClrMapping/>
  </p:clrMapOvr>
</p:notes>
</file>

<file path=ppt/notesSlides/notesSlide19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19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20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20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2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21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22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22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23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23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24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24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25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25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26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26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27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27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28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28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29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29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30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30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3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31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32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32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33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33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34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34</a:t>
            </a:fld>
            <a:endParaRPr lang="en-US" altLang="ko-KR"/>
          </a:p>
        </p:txBody>
      </p:sp>
    </p:spTree>
  </p:cSld>
  <p:clrMapOvr>
    <a:masterClrMapping/>
  </p:clrMapOvr>
</p:notes>
</file>

<file path=ppt/slideLayouts/_rels/slideLayout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3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4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5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6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7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8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9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0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3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slideLayout1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 idx="0"/>
          </p:nvPr>
        </p:nvSpPr>
        <p:spPr>
          <a:xfrm>
            <a:off x="914399" y="2130425"/>
            <a:ext cx="10363198" cy="1470025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828799" y="3886200"/>
            <a:ext cx="8534399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0A130E-E3B8-4EBE-931F-81B26B8448AA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0C6A38-4290-41DD-B95C-4155372FD4A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53836A-82A3-4C8B-9D31-CD724F3673ED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2EBAF6-36D0-4DD8-B695-D4C1B37E35D6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3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963083" y="4406900"/>
            <a:ext cx="10363198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963083" y="2906713"/>
            <a:ext cx="10363198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728D28-603B-4EFC-80F8-17E5E9107035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woObj" preserve="1">
  <p:cSld name="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609599" y="1600200"/>
            <a:ext cx="5384799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2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97599" y="1600200"/>
            <a:ext cx="5384799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2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7A1F4E-0809-4239-8034-C38E431DAF92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0DA496-7307-4E8B-88DE-CB97B48BAB6F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4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bl" preserve="1">
  <p:cSld name="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표 개체 틀 2"/>
          <p:cNvSpPr>
            <a:spLocks noGrp="1"/>
          </p:cNvSpPr>
          <p:nvPr>
            <p:ph type="tbl" sz="quarter" idx="13"/>
          </p:nvPr>
        </p:nvSpPr>
        <p:spPr>
          <a:xfrm>
            <a:off x="608037" y="1643063"/>
            <a:ext cx="10972798" cy="4525200"/>
          </a:xfrm>
        </p:spPr>
        <p:txBody>
          <a:bodyPr/>
          <a:lstStyle>
            <a:lvl1pPr>
              <a:buFontTx/>
              <a:buNone/>
              <a:defRPr/>
            </a:lvl1pPr>
          </a:lstStyle>
          <a:p>
            <a:r>
              <a:rPr lang="ko-KR" altLang="en-US" smtClean="0"/>
              <a:t>표를 추가하려면 아이콘을 클릭하십시오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721E90-850C-410B-8B89-8394F580CFDA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fourObj" preserve="1">
  <p:cSld name="내용 4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quarter" idx="1"/>
          </p:nvPr>
        </p:nvSpPr>
        <p:spPr>
          <a:xfrm>
            <a:off x="609599" y="160020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quarter" idx="2"/>
          </p:nvPr>
        </p:nvSpPr>
        <p:spPr>
          <a:xfrm>
            <a:off x="6197599" y="160020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내용 개체 틀 4"/>
          <p:cNvSpPr>
            <a:spLocks noGrp="1"/>
          </p:cNvSpPr>
          <p:nvPr>
            <p:ph sz="quarter" idx="3"/>
          </p:nvPr>
        </p:nvSpPr>
        <p:spPr>
          <a:xfrm>
            <a:off x="608037" y="398422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96036" y="398422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E7E28-9336-4363-8674-B91477D8F243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8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picTx" preserve="1">
  <p:cSld name="그림 및 설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2389716" y="4800600"/>
            <a:ext cx="7315199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2389716" y="612775"/>
            <a:ext cx="7315199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2389716" y="5367338"/>
            <a:ext cx="7315199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ko-KR" altLang="en-US" smtClean="0"/>
              <a:t>마스터 텍스트 스타일을 편집합니다</a:t>
            </a:r>
            <a:endParaRPr lang="ko-KR" altLang="en-US"/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E7E28-9336-4363-8674-B91477D8F243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objOnly" preserve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 idx="0"/>
          </p:nvPr>
        </p:nvSpPr>
        <p:spPr>
          <a:xfrm>
            <a:off x="0" y="2130425"/>
            <a:ext cx="12192000" cy="1470025"/>
          </a:xfrm>
        </p:spPr>
        <p:txBody>
          <a:bodyPr>
            <a:normAutofit/>
          </a:bodyPr>
          <a:lstStyle>
            <a:lvl1pPr>
              <a:defRPr sz="44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348888-F454-4AD2-BA62-3AF29D9807C0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4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clipArtAndTx" preserve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609599" y="274638"/>
            <a:ext cx="10972798" cy="1143000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8" name="텍스트 개체 틀 7"/>
          <p:cNvSpPr>
            <a:spLocks noGrp="1"/>
          </p:cNvSpPr>
          <p:nvPr>
            <p:ph type="body" sz="quarter" idx="14"/>
          </p:nvPr>
        </p:nvSpPr>
        <p:spPr>
          <a:xfrm>
            <a:off x="2857477" y="2214563"/>
            <a:ext cx="6477021" cy="3214687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400"/>
            </a:lvl1pPr>
          </a:lstStyle>
          <a:p>
            <a:pPr lvl="0"/>
            <a:r>
              <a:rPr lang="ko-KR" altLang="en-US" smtClean="0"/>
              <a:t>첫째 목차</a:t>
            </a:r>
            <a:endParaRPr lang="ko-KR" altLang="en-US"/>
          </a:p>
          <a:p>
            <a:pPr lvl="0"/>
            <a:r>
              <a:rPr lang="ko-KR" altLang="en-US" smtClean="0"/>
              <a:t>둘째 목차</a:t>
            </a:r>
            <a:endParaRPr lang="ko-KR" altLang="en-US"/>
          </a:p>
          <a:p>
            <a:pPr lvl="0"/>
            <a:r>
              <a:rPr lang="ko-KR" altLang="en-US" smtClean="0"/>
              <a:t>셋째 목차</a:t>
            </a:r>
            <a:endParaRPr lang="ko-KR" altLang="en-US"/>
          </a:p>
          <a:p>
            <a:pPr lvl="0"/>
            <a:r>
              <a:rPr lang="ko-KR" altLang="en-US" smtClean="0"/>
              <a:t>넷째 목차</a:t>
            </a:r>
            <a:endParaRPr lang="ko-KR" altLang="en-US"/>
          </a:p>
          <a:p>
            <a:pPr lvl="0"/>
            <a:r>
              <a:rPr lang="ko-KR" altLang="en-US" smtClean="0"/>
              <a:t>다섯째 목차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6FEC12-A4C9-4837-AF94-AD867782C04C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vertTitleAndTx" preserve="1">
  <p:cSld name="세로 제목 및 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 idx="0"/>
          </p:nvPr>
        </p:nvSpPr>
        <p:spPr>
          <a:xfrm>
            <a:off x="8839199" y="274638"/>
            <a:ext cx="2743199" cy="5851525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09599" y="274638"/>
            <a:ext cx="8026399" cy="5851525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F84A3-4F29-4053-ACFD-1BAF2D3F140C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1" matchingName="2_빈화면" preserve="1" userDrawn="1">
  <p:cSld name="2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 userDrawn="1"/>
        </p:nvCxnSpPr>
        <p:spPr>
          <a:xfrm>
            <a:off x="335360" y="332656"/>
            <a:ext cx="11521280" cy="0"/>
          </a:xfrm>
          <a:prstGeom prst="line">
            <a:avLst/>
          </a:prstGeom>
          <a:ln w="3175">
            <a:solidFill>
              <a:srgbClr val="68727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직선 연결선 4"/>
          <p:cNvCxnSpPr/>
          <p:nvPr userDrawn="1"/>
        </p:nvCxnSpPr>
        <p:spPr>
          <a:xfrm>
            <a:off x="335360" y="836712"/>
            <a:ext cx="11521280" cy="0"/>
          </a:xfrm>
          <a:prstGeom prst="line">
            <a:avLst/>
          </a:prstGeom>
          <a:ln w="3175">
            <a:solidFill>
              <a:srgbClr val="68727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직선 연결선 5"/>
          <p:cNvCxnSpPr/>
          <p:nvPr userDrawn="1"/>
        </p:nvCxnSpPr>
        <p:spPr>
          <a:xfrm>
            <a:off x="335360" y="6597352"/>
            <a:ext cx="11521280" cy="0"/>
          </a:xfrm>
          <a:prstGeom prst="line">
            <a:avLst/>
          </a:prstGeom>
          <a:ln w="3175">
            <a:solidFill>
              <a:srgbClr val="68727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359491" y="6542032"/>
            <a:ext cx="262596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fld id="{2FECCACC-60ED-4580-AB4B-3C07270897C0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  <p:sp>
        <p:nvSpPr>
          <p:cNvPr id="7" name="TextBox 6"/>
          <p:cNvSpPr txBox="1"/>
          <p:nvPr userDrawn="1"/>
        </p:nvSpPr>
        <p:spPr>
          <a:xfrm>
            <a:off x="239348" y="92644"/>
            <a:ext cx="3264362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80000"/>
              </a:lnSpc>
              <a:defRPr/>
            </a:pPr>
            <a:r>
              <a:rPr lang="en-US" altLang="ko-KR" sz="1100" b="1">
                <a:solidFill>
                  <a:srgbClr val="663300"/>
                </a:solidFill>
                <a:latin typeface="+mn-ea"/>
              </a:rPr>
              <a:t>Mobile App </a:t>
            </a:r>
            <a:r>
              <a:rPr lang="en-US" altLang="ko-KR" sz="1100" b="1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rPr>
              <a:t>Storyboard</a:t>
            </a:r>
            <a:endParaRPr lang="en-US" altLang="ko-KR" sz="1100" b="1">
              <a:solidFill>
                <a:schemeClr val="tx1">
                  <a:lumMod val="75000"/>
                  <a:lumOff val="25000"/>
                </a:schemeClr>
              </a:solidFill>
              <a:latin typeface="+mn-ea"/>
            </a:endParaRPr>
          </a:p>
        </p:txBody>
      </p:sp>
    </p:spTree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Masters/_rels/slideMaster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10" Type="http://schemas.openxmlformats.org/officeDocument/2006/relationships/slideLayout" Target="../slideLayouts/slideLayout10.xml"  /><Relationship Id="rId11" Type="http://schemas.openxmlformats.org/officeDocument/2006/relationships/slideLayout" Target="../slideLayouts/slideLayout11.xml"  /><Relationship Id="rId12" Type="http://schemas.openxmlformats.org/officeDocument/2006/relationships/slideLayout" Target="../slideLayouts/slideLayout12.xml"  /><Relationship Id="rId13" Type="http://schemas.openxmlformats.org/officeDocument/2006/relationships/slideLayout" Target="../slideLayouts/slideLayout13.xml"  /><Relationship Id="rId14" Type="http://schemas.openxmlformats.org/officeDocument/2006/relationships/theme" Target="../theme/theme1.xml"  /><Relationship Id="rId2" Type="http://schemas.openxmlformats.org/officeDocument/2006/relationships/slideLayout" Target="../slideLayouts/slideLayout2.xml"  /><Relationship Id="rId3" Type="http://schemas.openxmlformats.org/officeDocument/2006/relationships/slideLayout" Target="../slideLayouts/slideLayout3.xml"  /><Relationship Id="rId4" Type="http://schemas.openxmlformats.org/officeDocument/2006/relationships/slideLayout" Target="../slideLayouts/slideLayout4.xml"  /><Relationship Id="rId5" Type="http://schemas.openxmlformats.org/officeDocument/2006/relationships/slideLayout" Target="../slideLayouts/slideLayout5.xml"  /><Relationship Id="rId6" Type="http://schemas.openxmlformats.org/officeDocument/2006/relationships/slideLayout" Target="../slideLayouts/slideLayout6.xml"  /><Relationship Id="rId7" Type="http://schemas.openxmlformats.org/officeDocument/2006/relationships/slideLayout" Target="../slideLayouts/slideLayout7.xml"  /><Relationship Id="rId8" Type="http://schemas.openxmlformats.org/officeDocument/2006/relationships/slideLayout" Target="../slideLayouts/slideLayout8.xml"  /><Relationship Id="rId9" Type="http://schemas.openxmlformats.org/officeDocument/2006/relationships/slideLayout" Target="../slideLayouts/slideLayout9.xml"  /></Relationships>
</file>

<file path=ppt/slideMasters/slideMaster1.xml><?xml version="1.0" encoding="utf-8"?>
<p:sld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한컴오피스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 idx="0"/>
          </p:nvPr>
        </p:nvSpPr>
        <p:spPr>
          <a:xfrm>
            <a:off x="609599" y="274638"/>
            <a:ext cx="10972798" cy="11430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pPr lvl="0">
              <a:defRPr/>
            </a:pPr>
            <a:r>
              <a:rPr lang="ko-KR" altLang="en-US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9599" y="1600200"/>
            <a:ext cx="10972798" cy="4525963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defRPr/>
            </a:pPr>
            <a:r>
              <a:rPr lang="ko-KR" altLang="en-US"/>
              <a:t>마스터 텍스트 스타일을 편집합니다</a:t>
            </a:r>
            <a:endParaRPr lang="ko-KR" altLang="en-US"/>
          </a:p>
          <a:p>
            <a:pPr lvl="1">
              <a:defRPr/>
            </a:pPr>
            <a:r>
              <a:rPr lang="ko-KR" altLang="en-US"/>
              <a:t>둘째 수준</a:t>
            </a:r>
            <a:endParaRPr lang="ko-KR" altLang="en-US"/>
          </a:p>
          <a:p>
            <a:pPr lvl="2">
              <a:defRPr/>
            </a:pPr>
            <a:r>
              <a:rPr lang="ko-KR" altLang="en-US"/>
              <a:t>셋째 수준</a:t>
            </a:r>
            <a:endParaRPr lang="ko-KR" altLang="en-US"/>
          </a:p>
          <a:p>
            <a:pPr lvl="3">
              <a:defRPr/>
            </a:pPr>
            <a:r>
              <a:rPr lang="ko-KR" altLang="en-US"/>
              <a:t>넷째 수준</a:t>
            </a:r>
            <a:endParaRPr lang="ko-KR" altLang="en-US"/>
          </a:p>
          <a:p>
            <a:pPr lvl="4">
              <a:defRPr/>
            </a:pPr>
            <a:r>
              <a:rPr lang="ko-KR" altLang="en-US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09599" y="6356350"/>
            <a:ext cx="284479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fld id="{D422D86A-5F52-4165-8473-F1B836277586}" type="datetime1">
              <a:rPr lang="ko-KR" altLang="en-US"/>
              <a:pPr lvl="0">
                <a:defRPr/>
              </a:pPr>
              <a:t>2021-05-22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165599" y="6356350"/>
            <a:ext cx="386079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737599" y="6356350"/>
            <a:ext cx="284479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fld id="{AD22CD3B-FDDF-4998-970C-76E6E0BEC65F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60" r:id="rId1"/>
    <p:sldLayoutId id="2147483761" r:id="rId2"/>
    <p:sldLayoutId id="2147483762" r:id="rId3"/>
    <p:sldLayoutId id="2147483763" r:id="rId4"/>
    <p:sldLayoutId id="2147483764" r:id="rId5"/>
    <p:sldLayoutId id="2147483765" r:id="rId6"/>
    <p:sldLayoutId id="2147483766" r:id="rId7"/>
    <p:sldLayoutId id="2147483767" r:id="rId8"/>
    <p:sldLayoutId id="2147483768" r:id="rId9"/>
    <p:sldLayoutId id="2147483769" r:id="rId10"/>
    <p:sldLayoutId id="2147483770" r:id="rId11"/>
    <p:sldLayoutId id="2147483771" r:id="rId12"/>
    <p:sldLayoutId id="2147483772" r:id="rId13"/>
  </p:sldLayoutIdLst>
  <p:transition xmlns:mc="http://schemas.openxmlformats.org/markup-compatibility/2006" xmlns:hp="http://schemas.haansoft.com/office/presentation/8.0" mc:Ignorable="hp" hp:hslDur="500"/>
  <p:hf sldNum="0" hdr="0" ftr="0" dt="0"/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rtl="0" eaLnBrk="1" latinLnBrk="1" hangingPunct="1">
        <a:defRPr>
          <a:solidFill>
            <a:schemeClr val="tx2"/>
          </a:solidFill>
        </a:defRPr>
      </a:lvl2pPr>
      <a:lvl3pPr rtl="0" eaLnBrk="1" latinLnBrk="1" hangingPunct="1">
        <a:defRPr>
          <a:solidFill>
            <a:schemeClr val="tx2"/>
          </a:solidFill>
        </a:defRPr>
      </a:lvl3pPr>
      <a:lvl4pPr rtl="0" eaLnBrk="1" latinLnBrk="1" hangingPunct="1">
        <a:defRPr>
          <a:solidFill>
            <a:schemeClr val="tx2"/>
          </a:solidFill>
        </a:defRPr>
      </a:lvl4pPr>
      <a:lvl5pPr rtl="0" eaLnBrk="1" latinLnBrk="1" hangingPunct="1">
        <a:defRPr>
          <a:solidFill>
            <a:schemeClr val="tx2"/>
          </a:solidFill>
        </a:defRPr>
      </a:lvl5pPr>
      <a:lvl6pPr rtl="0" eaLnBrk="1" latinLnBrk="1" hangingPunct="1">
        <a:defRPr>
          <a:solidFill>
            <a:schemeClr val="tx2"/>
          </a:solidFill>
        </a:defRPr>
      </a:lvl6pPr>
      <a:lvl7pPr rtl="0" eaLnBrk="1" latinLnBrk="1" hangingPunct="1">
        <a:defRPr>
          <a:solidFill>
            <a:schemeClr val="tx2"/>
          </a:solidFill>
        </a:defRPr>
      </a:lvl7pPr>
      <a:lvl8pPr rtl="0" eaLnBrk="1" latinLnBrk="1" hangingPunct="1">
        <a:defRPr>
          <a:solidFill>
            <a:schemeClr val="tx2"/>
          </a:solidFill>
        </a:defRPr>
      </a:lvl8pPr>
      <a:lvl9pPr rtl="0" eaLnBrk="1" latinLnBrk="1" hangingPunct="1">
        <a:defRPr>
          <a:solidFill>
            <a:schemeClr val="tx2"/>
          </a:solidFill>
        </a:defRPr>
      </a:lvl9pPr>
    </p:titleStyle>
    <p:bodyStyle>
      <a:lvl1pPr marL="342900" indent="-342900" algn="l" defTabSz="914400" rtl="0" eaLnBrk="1" latinLnBrk="1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.xml"  /><Relationship Id="rId2" Type="http://schemas.openxmlformats.org/officeDocument/2006/relationships/slideLayout" Target="../slideLayouts/slideLayout13.xml"  /></Relationships>
</file>

<file path=ppt/slides/_rels/slide2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.xml"  /><Relationship Id="rId2" Type="http://schemas.openxmlformats.org/officeDocument/2006/relationships/slideLayout" Target="../slideLayouts/slideLayout13.xml"  /></Relationships>
</file>

<file path=ppt/slides/_rels/slide3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3.xml"  /><Relationship Id="rId2" Type="http://schemas.openxmlformats.org/officeDocument/2006/relationships/slideLayout" Target="../slideLayouts/slideLayout13.xml"  /></Relationships>
</file>

<file path=ppt/slides/_rels/slide4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4.xml"  /><Relationship Id="rId2" Type="http://schemas.openxmlformats.org/officeDocument/2006/relationships/slideLayout" Target="../slideLayouts/slideLayout13.xml"  /></Relationships>
</file>

<file path=ppt/slides/_rels/slide5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5.xml"  /><Relationship Id="rId2" Type="http://schemas.openxmlformats.org/officeDocument/2006/relationships/slideLayout" Target="../slideLayouts/slideLayout13.xml"  /></Relationships>
</file>

<file path=ppt/slides/_rels/slide6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6.xml"  /><Relationship Id="rId2" Type="http://schemas.openxmlformats.org/officeDocument/2006/relationships/slideLayout" Target="../slideLayouts/slideLayout13.xml"  /></Relationships>
</file>

<file path=ppt/slides/_rels/slide7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7.xml"  /><Relationship Id="rId2" Type="http://schemas.openxmlformats.org/officeDocument/2006/relationships/slideLayout" Target="../slideLayouts/slideLayout13.xml"  /></Relationships>
</file>

<file path=ppt/slides/_rels/slide8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8.xml"  /><Relationship Id="rId2" Type="http://schemas.openxmlformats.org/officeDocument/2006/relationships/slideLayout" Target="../slideLayouts/slideLayout13.xml"  /></Relationships>
</file>

<file path=ppt/slides/_rels/slide9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9.xml"  /><Relationship Id="rId2" Type="http://schemas.openxmlformats.org/officeDocument/2006/relationships/slideLayout" Target="../slideLayouts/slideLayout13.xml"  /></Relationships>
</file>

<file path=ppt/slides/_rels/slide10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0.xml"  /><Relationship Id="rId2" Type="http://schemas.openxmlformats.org/officeDocument/2006/relationships/slideLayout" Target="../slideLayouts/slideLayout13.xml"  /></Relationships>
</file>

<file path=ppt/slides/_rels/slide11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1.xml"  /><Relationship Id="rId2" Type="http://schemas.openxmlformats.org/officeDocument/2006/relationships/slideLayout" Target="../slideLayouts/slideLayout13.xml"  /></Relationships>
</file>

<file path=ppt/slides/_rels/slide12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2.xml"  /><Relationship Id="rId2" Type="http://schemas.openxmlformats.org/officeDocument/2006/relationships/slideLayout" Target="../slideLayouts/slideLayout13.xml"  /></Relationships>
</file>

<file path=ppt/slides/_rels/slide13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3.xml"  /><Relationship Id="rId2" Type="http://schemas.openxmlformats.org/officeDocument/2006/relationships/slideLayout" Target="../slideLayouts/slideLayout13.xml"  /></Relationships>
</file>

<file path=ppt/slides/_rels/slide14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4.xml"  /><Relationship Id="rId2" Type="http://schemas.openxmlformats.org/officeDocument/2006/relationships/slideLayout" Target="../slideLayouts/slideLayout13.xml"  /></Relationships>
</file>

<file path=ppt/slides/_rels/slide15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5.xml"  /><Relationship Id="rId2" Type="http://schemas.openxmlformats.org/officeDocument/2006/relationships/slideLayout" Target="../slideLayouts/slideLayout13.xml"  /></Relationships>
</file>

<file path=ppt/slides/_rels/slide16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6.xml"  /><Relationship Id="rId2" Type="http://schemas.openxmlformats.org/officeDocument/2006/relationships/slideLayout" Target="../slideLayouts/slideLayout13.xml"  /></Relationships>
</file>

<file path=ppt/slides/_rels/slide17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7.xml"  /><Relationship Id="rId2" Type="http://schemas.openxmlformats.org/officeDocument/2006/relationships/slideLayout" Target="../slideLayouts/slideLayout13.xml"  /></Relationships>
</file>

<file path=ppt/slides/_rels/slide18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8.xml"  /><Relationship Id="rId2" Type="http://schemas.openxmlformats.org/officeDocument/2006/relationships/slideLayout" Target="../slideLayouts/slideLayout13.xml"  /></Relationships>
</file>

<file path=ppt/slides/_rels/slide19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9.xml"  /><Relationship Id="rId2" Type="http://schemas.openxmlformats.org/officeDocument/2006/relationships/slideLayout" Target="../slideLayouts/slideLayout13.xml"  /></Relationships>
</file>

<file path=ppt/slides/_rels/slide20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0.xml"  /><Relationship Id="rId2" Type="http://schemas.openxmlformats.org/officeDocument/2006/relationships/slideLayout" Target="../slideLayouts/slideLayout13.xml"  /></Relationships>
</file>

<file path=ppt/slides/_rels/slide21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1.xml"  /><Relationship Id="rId2" Type="http://schemas.openxmlformats.org/officeDocument/2006/relationships/slideLayout" Target="../slideLayouts/slideLayout13.xml"  /></Relationships>
</file>

<file path=ppt/slides/_rels/slide22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2.xml"  /><Relationship Id="rId2" Type="http://schemas.openxmlformats.org/officeDocument/2006/relationships/slideLayout" Target="../slideLayouts/slideLayout13.xml"  /></Relationships>
</file>

<file path=ppt/slides/_rels/slide23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3.xml"  /><Relationship Id="rId2" Type="http://schemas.openxmlformats.org/officeDocument/2006/relationships/slideLayout" Target="../slideLayouts/slideLayout13.xml"  /></Relationships>
</file>

<file path=ppt/slides/_rels/slide24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4.xml"  /><Relationship Id="rId2" Type="http://schemas.openxmlformats.org/officeDocument/2006/relationships/slideLayout" Target="../slideLayouts/slideLayout13.xml"  /></Relationships>
</file>

<file path=ppt/slides/_rels/slide25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5.xml"  /><Relationship Id="rId2" Type="http://schemas.openxmlformats.org/officeDocument/2006/relationships/slideLayout" Target="../slideLayouts/slideLayout13.xml"  /></Relationships>
</file>

<file path=ppt/slides/_rels/slide26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6.xml"  /><Relationship Id="rId2" Type="http://schemas.openxmlformats.org/officeDocument/2006/relationships/slideLayout" Target="../slideLayouts/slideLayout13.xml"  /></Relationships>
</file>

<file path=ppt/slides/_rels/slide27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7.xml"  /><Relationship Id="rId2" Type="http://schemas.openxmlformats.org/officeDocument/2006/relationships/slideLayout" Target="../slideLayouts/slideLayout13.xml"  /></Relationships>
</file>

<file path=ppt/slides/_rels/slide28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8.xml"  /><Relationship Id="rId2" Type="http://schemas.openxmlformats.org/officeDocument/2006/relationships/slideLayout" Target="../slideLayouts/slideLayout13.xml"  /></Relationships>
</file>

<file path=ppt/slides/_rels/slide29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9.xml"  /><Relationship Id="rId2" Type="http://schemas.openxmlformats.org/officeDocument/2006/relationships/slideLayout" Target="../slideLayouts/slideLayout13.xml"  /></Relationships>
</file>

<file path=ppt/slides/_rels/slide30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30.xml"  /><Relationship Id="rId2" Type="http://schemas.openxmlformats.org/officeDocument/2006/relationships/slideLayout" Target="../slideLayouts/slideLayout13.xml"  /></Relationships>
</file>

<file path=ppt/slides/_rels/slide31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31.xml"  /><Relationship Id="rId2" Type="http://schemas.openxmlformats.org/officeDocument/2006/relationships/slideLayout" Target="../slideLayouts/slideLayout13.xml"  /></Relationships>
</file>

<file path=ppt/slides/_rels/slide32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32.xml"  /><Relationship Id="rId2" Type="http://schemas.openxmlformats.org/officeDocument/2006/relationships/slideLayout" Target="../slideLayouts/slideLayout13.xml"  /></Relationships>
</file>

<file path=ppt/slides/_rels/slide33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33.xml"  /><Relationship Id="rId2" Type="http://schemas.openxmlformats.org/officeDocument/2006/relationships/slideLayout" Target="../slideLayouts/slideLayout13.xml"  /></Relationships>
</file>

<file path=ppt/slides/_rels/slide34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34.xml"  /><Relationship Id="rId2" Type="http://schemas.openxmlformats.org/officeDocument/2006/relationships/slideLayout" Target="../slideLayouts/slideLayout13.xml"  /></Relationships>
</file>

<file path=ppt/slides/slide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01.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로그인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1881887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graphicFrame>
        <p:nvGraphicFramePr>
          <p:cNvPr id="6" name="표 5"/>
          <p:cNvGraphicFramePr>
            <a:graphicFrameLocks noGrp="1"/>
          </p:cNvGraphicFramePr>
          <p:nvPr/>
        </p:nvGraphicFramePr>
        <p:xfrm>
          <a:off x="8366755" y="888750"/>
          <a:ext cx="3209745" cy="56043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009"/>
                <a:gridCol w="2903735"/>
              </a:tblGrid>
              <a:tr h="370839">
                <a:tc gridSpan="2">
                  <a:txBody>
                    <a:bodyPr vert="horz" lIns="91440" tIns="45720" rIns="91440" bIns="45720" anchor="ctr" anchorCtr="0"/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 sz="1800" b="0" i="0"/>
                      </a:pPr>
                      <a:r>
                        <a:rPr lang="en-US" altLang="ko-KR" sz="1100" b="1">
                          <a:solidFill>
                            <a:schemeClr val="bg1"/>
                          </a:solidFill>
                        </a:rPr>
                        <a:t>Description</a:t>
                      </a:r>
                      <a:endParaRPr lang="en-US" altLang="ko-KR" sz="1100" b="1">
                        <a:solidFill>
                          <a:schemeClr val="bg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617220">
                <a:tc gridSpan="2">
                  <a:txBody>
                    <a:bodyPr vert="horz" lIns="91440" tIns="45720" rIns="91440" bIns="45720" anchor="ctr" anchorCtr="0"/>
                    <a:p>
                      <a:pPr marL="171450" marR="0" lvl="0" indent="-17145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Char char="§"/>
                        <a:defRPr sz="1800" b="0" i="0"/>
                      </a:pPr>
                      <a:r>
                        <a:rPr lang="ko-KR" altLang="en-US" sz="800" b="0"/>
                        <a:t>로그인 화면</a:t>
                      </a:r>
                      <a:endParaRPr lang="ko-KR" altLang="en-US" sz="800" b="0"/>
                    </a:p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 sz="1800" b="0" i="0"/>
                      </a:pP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다른 기기에서 중복 로그인 불가능</a:t>
                      </a:r>
                      <a:endParaRPr lang="ko-KR" altLang="en-US" sz="800" b="0" baseline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 sz="1800" b="0" i="0"/>
                      </a:pP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새 기기에서 로그인 시 마지막으로</a:t>
                      </a: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로그인된</a:t>
                      </a: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endParaRPr lang="en-US" altLang="ko-KR" sz="800" b="0" baseline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 sz="1800" b="0" i="0"/>
                      </a:pP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기기에서 자동 로그아웃 처리</a:t>
                      </a: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en-US" altLang="ko-KR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370840">
                <a:tc gridSpan="2">
                  <a:txBody>
                    <a:bodyPr vert="horz" lIns="91440" tIns="45720" rIns="91440" bIns="45720" anchor="ctr" anchorCtr="0"/>
                    <a:p>
                      <a:pPr lvl="0" algn="ctr">
                        <a:spcBef>
                          <a:spcPts val="100"/>
                        </a:spcBef>
                        <a:defRPr sz="1800" b="0" i="0"/>
                      </a:pPr>
                      <a:r>
                        <a:rPr lang="en-US" altLang="ko-KR" sz="1100" b="1">
                          <a:solidFill>
                            <a:schemeClr val="bg1"/>
                          </a:solidFill>
                        </a:rPr>
                        <a:t>Function</a:t>
                      </a:r>
                      <a:endParaRPr lang="en-US" altLang="ko-KR" sz="1100" b="1">
                        <a:solidFill>
                          <a:schemeClr val="bg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354176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1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일반회원 계정 입력 </a:t>
                      </a:r>
                      <a:r>
                        <a:rPr lang="en-US" altLang="ko-KR" sz="800" b="1">
                          <a:solidFill>
                            <a:schemeClr val="tx1"/>
                          </a:solidFill>
                        </a:rPr>
                        <a:t>Tap</a:t>
                      </a:r>
                      <a:endParaRPr lang="en-US" altLang="ko-KR" sz="800" b="1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</a:t>
                      </a: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선택 시 일반회원 로그인 영역</a:t>
                      </a:r>
                      <a:endParaRPr lang="en-US" altLang="ko-KR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3708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2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간편로그인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선택시 해당 간편로그인 이동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3708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3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아이디 입력 영역</a:t>
                      </a:r>
                      <a:endParaRPr lang="ko-KR" altLang="en-US" sz="800" b="1">
                        <a:solidFill>
                          <a:schemeClr val="tx1"/>
                        </a:solidFill>
                      </a:endParaRPr>
                    </a:p>
                    <a:p>
                      <a:pPr marL="0" marR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</a:t>
                      </a: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선택 시 키패드 노출</a:t>
                      </a:r>
                      <a:endParaRPr lang="en-US" altLang="ko-KR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4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비밀번호 입력 영역</a:t>
                      </a:r>
                      <a:endParaRPr lang="ko-KR" altLang="en-US" sz="800" b="1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</a:t>
                      </a: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선택 시 키패드 노출</a:t>
                      </a:r>
                      <a:endParaRPr lang="ko-KR" altLang="en-US" sz="800" b="0" baseline="0">
                        <a:solidFill>
                          <a:schemeClr val="tx1"/>
                        </a:solidFill>
                      </a:endParaRPr>
                    </a:p>
                    <a:p>
                      <a:pPr marL="0" marR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입력 내용 </a:t>
                      </a: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*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표기</a:t>
                      </a:r>
                      <a:endParaRPr lang="en-US" altLang="ko-KR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67056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5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자동 로그인 </a:t>
                      </a:r>
                      <a:r>
                        <a:rPr lang="en-US" altLang="ko-KR" sz="800" b="1" baseline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1" baseline="0">
                          <a:solidFill>
                            <a:schemeClr val="tx1"/>
                          </a:solidFill>
                        </a:rPr>
                        <a:t>체크박스</a:t>
                      </a:r>
                      <a:endParaRPr lang="ko-KR" altLang="en-US" sz="800" b="1" baseline="0">
                        <a:solidFill>
                          <a:schemeClr val="tx1"/>
                        </a:solidFill>
                      </a:endParaRPr>
                    </a:p>
                    <a:p>
                      <a:pPr marL="0" marR="0" indent="0" algn="l" defTabSz="914400" rtl="0" eaLnBrk="1" latinLnBrk="1" hangingPunct="1">
                        <a:lnSpc>
                          <a:spcPts val="9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800" baseline="0">
                          <a:latin typeface="+mn-ea"/>
                          <a:ea typeface="+mn-ea"/>
                        </a:rPr>
                        <a:t>1) Default :</a:t>
                      </a: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활성화</a:t>
                      </a:r>
                      <a:r>
                        <a:rPr lang="en-US" altLang="ko-KR" sz="800" baseline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체크</a:t>
                      </a:r>
                      <a:r>
                        <a:rPr lang="en-US" altLang="ko-KR" sz="800" baseline="0">
                          <a:latin typeface="+mn-ea"/>
                          <a:ea typeface="+mn-ea"/>
                        </a:rPr>
                        <a:t>) </a:t>
                      </a: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상태</a:t>
                      </a:r>
                      <a:endParaRPr lang="ko-KR" altLang="en-US" sz="800" baseline="0">
                        <a:latin typeface="+mn-ea"/>
                        <a:ea typeface="+mn-ea"/>
                      </a:endParaRPr>
                    </a:p>
                    <a:p>
                      <a:pPr marL="0" marR="0" indent="0" algn="l" defTabSz="914400" rtl="0" eaLnBrk="1" latinLnBrk="1" hangingPunct="1">
                        <a:lnSpc>
                          <a:spcPts val="9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   </a:t>
                      </a:r>
                      <a:r>
                        <a:rPr lang="en-US" altLang="ko-KR" sz="800" baseline="0">
                          <a:latin typeface="+mn-ea"/>
                          <a:ea typeface="+mn-ea"/>
                        </a:rPr>
                        <a:t>- </a:t>
                      </a: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영역 선택 시 비활성화 상태로 변경</a:t>
                      </a:r>
                      <a:endParaRPr lang="ko-KR" altLang="en-US" sz="800" baseline="0">
                        <a:latin typeface="+mn-ea"/>
                        <a:ea typeface="+mn-ea"/>
                      </a:endParaRPr>
                    </a:p>
                    <a:p>
                      <a:pPr marL="0" marR="0" indent="0" algn="l" defTabSz="914400" rtl="0" eaLnBrk="1" latinLnBrk="1" hangingPunct="1">
                        <a:lnSpc>
                          <a:spcPts val="9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800" baseline="0">
                          <a:latin typeface="+mn-ea"/>
                          <a:ea typeface="+mn-ea"/>
                        </a:rPr>
                        <a:t>2) </a:t>
                      </a: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활성화 상태로 로그인 할 경우 이후</a:t>
                      </a:r>
                      <a:endParaRPr lang="ko-KR" altLang="en-US" sz="800" baseline="0">
                        <a:latin typeface="+mn-ea"/>
                        <a:ea typeface="+mn-ea"/>
                      </a:endParaRPr>
                    </a:p>
                    <a:p>
                      <a:pPr marL="0" marR="0" indent="0" algn="l" defTabSz="914400" rtl="0" eaLnBrk="1" latinLnBrk="1" hangingPunct="1">
                        <a:lnSpc>
                          <a:spcPts val="9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   앱 실행 시 자동으로 로그인</a:t>
                      </a:r>
                      <a:r>
                        <a:rPr lang="en-US" altLang="ko-KR" sz="800" baseline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진행</a:t>
                      </a:r>
                      <a:endParaRPr lang="en-US" altLang="ko-KR" sz="800" baseline="0">
                        <a:latin typeface="+mn-ea"/>
                        <a:ea typeface="+mn-ea"/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7010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6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/>
                        <a:t>로그인 버튼</a:t>
                      </a:r>
                      <a:endParaRPr lang="ko-KR" altLang="en-US" sz="800" b="1"/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선택 시 메인 화면 이동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계정 입력 오류 시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 토스트 메시지 노출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이메일 형식이 맞지 않을 경우 토스트  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 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메세지 노출</a:t>
                      </a:r>
                      <a:endParaRPr lang="en-US" altLang="ko-KR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3708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7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/>
                      </a:pPr>
                      <a:r>
                        <a:rPr lang="en-US" altLang="ko-KR" sz="800" b="1" kern="0">
                          <a:latin typeface="+mn-ea"/>
                        </a:rPr>
                        <a:t>ID/PW </a:t>
                      </a:r>
                      <a:r>
                        <a:rPr lang="ko-KR" altLang="en-US" sz="800" b="1" kern="0">
                          <a:latin typeface="+mn-ea"/>
                        </a:rPr>
                        <a:t>찾기</a:t>
                      </a:r>
                      <a:r>
                        <a:rPr lang="en-US" altLang="ko-KR" sz="800" b="1" kern="1200" baseline="0">
                          <a:latin typeface="+mn-lt"/>
                        </a:rPr>
                        <a:t> </a:t>
                      </a:r>
                      <a:r>
                        <a:rPr lang="ko-KR" altLang="en-US" sz="800" b="1" kern="1200" baseline="0">
                          <a:latin typeface="+mn-lt"/>
                        </a:rPr>
                        <a:t>버튼</a:t>
                      </a:r>
                      <a:endParaRPr lang="ko-KR" altLang="en-US" sz="800" b="1" kern="1200" baseline="0">
                        <a:latin typeface="+mn-lt"/>
                      </a:endParaRPr>
                    </a:p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/>
                      </a:pPr>
                      <a:r>
                        <a:rPr lang="en-US" altLang="ko-KR" sz="800" b="0" kern="1200" baseline="0">
                          <a:latin typeface="+mn-lt"/>
                        </a:rPr>
                        <a:t>- </a:t>
                      </a:r>
                      <a:r>
                        <a:rPr lang="ko-KR" altLang="en-US" sz="800" b="0" kern="1200" baseline="0">
                          <a:latin typeface="+mn-lt"/>
                        </a:rPr>
                        <a:t>선택 시 </a:t>
                      </a:r>
                      <a:r>
                        <a:rPr lang="en-US" altLang="ko-KR" sz="800" kern="0">
                          <a:latin typeface="+mn-ea"/>
                        </a:rPr>
                        <a:t>ID/PW </a:t>
                      </a:r>
                      <a:r>
                        <a:rPr lang="ko-KR" altLang="en-US" sz="800" kern="0">
                          <a:latin typeface="+mn-ea"/>
                        </a:rPr>
                        <a:t>찾기</a:t>
                      </a:r>
                      <a:r>
                        <a:rPr lang="ko-KR" altLang="en-US" sz="800" b="0" kern="0" baseline="0">
                          <a:latin typeface="+mn-ea"/>
                        </a:rPr>
                        <a:t> 화면으로 이동</a:t>
                      </a:r>
                      <a:endParaRPr lang="ko-KR" altLang="en-US" sz="800" kern="0">
                        <a:latin typeface="+mn-ea"/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3708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8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/>
                        <a:t>회원가입 버튼</a:t>
                      </a:r>
                      <a:endParaRPr lang="ko-KR" altLang="en-US" sz="800" b="1"/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/>
                        <a:t>- </a:t>
                      </a:r>
                      <a:r>
                        <a:rPr lang="ko-KR" altLang="en-US" sz="800" b="0"/>
                        <a:t>회원가입 선택 화면으로 이동</a:t>
                      </a:r>
                      <a:endParaRPr lang="en-US" altLang="ko-KR" sz="800" b="1"/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57912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9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비회원 입장 버튼</a:t>
                      </a:r>
                      <a:endParaRPr lang="ko-KR" altLang="en-US" sz="800" b="1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선택 시 내주변 화면으로 이동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이동되는 내주변 화면에서 하단 메뉴 </a:t>
                      </a:r>
                      <a:endParaRPr lang="ko-KR" altLang="en-US" sz="800" b="0" baseline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  선택</a:t>
                      </a: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시 로그인 화면으로 이동</a:t>
                      </a:r>
                      <a:endParaRPr lang="en-US" altLang="ko-KR" sz="800" b="0" baseline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사각형: 둥근 위쪽 모서리 4"/>
          <p:cNvSpPr/>
          <p:nvPr/>
        </p:nvSpPr>
        <p:spPr>
          <a:xfrm>
            <a:off x="2091386" y="2182198"/>
            <a:ext cx="2480474" cy="311225"/>
          </a:xfrm>
          <a:prstGeom prst="round2SameRect">
            <a:avLst>
              <a:gd name="adj1" fmla="val 16667"/>
              <a:gd name="adj2" fmla="val 0"/>
            </a:avLst>
          </a:prstGeom>
          <a:solidFill>
            <a:schemeClr val="bg1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7" name="직사각형 6"/>
          <p:cNvSpPr/>
          <p:nvPr/>
        </p:nvSpPr>
        <p:spPr>
          <a:xfrm>
            <a:off x="2091386" y="2493423"/>
            <a:ext cx="2480474" cy="1286164"/>
          </a:xfrm>
          <a:prstGeom prst="rect">
            <a:avLst/>
          </a:prstGeom>
          <a:solidFill>
            <a:schemeClr val="bg1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vert="horz" wrap="square" lIns="91440" tIns="45720" rIns="91440" bIns="45720" anchor="ctr" anchorCtr="0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3" name="Shape 184"/>
          <p:cNvSpPr/>
          <p:nvPr/>
        </p:nvSpPr>
        <p:spPr>
          <a:xfrm>
            <a:off x="2830643" y="2273387"/>
            <a:ext cx="936104" cy="174791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lstStyle>
            <a:lvl1pPr algn="ctr">
              <a:defRPr sz="7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defTabSz="906145" latinLnBrk="0" hangingPunct="0">
              <a:lnSpc>
                <a:spcPct val="120000"/>
              </a:lnSpc>
              <a:defRPr/>
            </a:pPr>
            <a:r>
              <a:rPr lang="ko-KR" altLang="en-US" sz="1050" kern="0">
                <a:solidFill>
                  <a:schemeClr val="tx1"/>
                </a:solidFill>
              </a:rPr>
              <a:t>일반회원</a:t>
            </a:r>
            <a:endParaRPr lang="en-US" sz="1050" kern="0">
              <a:solidFill>
                <a:schemeClr val="tx1"/>
              </a:solidFill>
            </a:endParaRPr>
          </a:p>
        </p:txBody>
      </p:sp>
      <p:sp>
        <p:nvSpPr>
          <p:cNvPr id="39" name="Shape 150"/>
          <p:cNvSpPr/>
          <p:nvPr/>
        </p:nvSpPr>
        <p:spPr>
          <a:xfrm>
            <a:off x="2255293" y="2709257"/>
            <a:ext cx="2086805" cy="265116"/>
          </a:xfrm>
          <a:prstGeom prst="rect">
            <a:avLst/>
          </a:prstGeom>
          <a:solidFill>
            <a:schemeClr val="bg1"/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defTabSz="906145" latinLnBrk="0" hangingPunct="0">
              <a:lnSpc>
                <a:spcPct val="120000"/>
              </a:lnSpc>
              <a:defRPr sz="1000"/>
            </a:pPr>
            <a:r>
              <a:rPr lang="ko-KR" altLang="en-US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아이디</a:t>
            </a:r>
            <a:r>
              <a:rPr lang="en-US" altLang="ko-KR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(</a:t>
            </a:r>
            <a:r>
              <a:rPr lang="ko-KR" altLang="en-US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이메일</a:t>
            </a:r>
            <a:r>
              <a:rPr lang="en-US" altLang="ko-KR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)</a:t>
            </a:r>
            <a:r>
              <a:rPr lang="ko-KR" altLang="en-US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를 입력해주세요</a:t>
            </a:r>
            <a:r>
              <a:rPr lang="en-US" altLang="ko-KR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.</a:t>
            </a:r>
            <a:endParaRPr lang="ko-KR" altLang="en-US" sz="800" kern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sp>
        <p:nvSpPr>
          <p:cNvPr id="40" name="Shape 150"/>
          <p:cNvSpPr/>
          <p:nvPr/>
        </p:nvSpPr>
        <p:spPr>
          <a:xfrm>
            <a:off x="2255293" y="3091876"/>
            <a:ext cx="2086805" cy="265116"/>
          </a:xfrm>
          <a:prstGeom prst="rect">
            <a:avLst/>
          </a:prstGeom>
          <a:solidFill>
            <a:schemeClr val="bg1"/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defTabSz="906145" latinLnBrk="0" hangingPunct="0">
              <a:lnSpc>
                <a:spcPct val="120000"/>
              </a:lnSpc>
              <a:defRPr sz="1000"/>
            </a:pPr>
            <a:r>
              <a:rPr lang="ko-KR" altLang="en-US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패스워드를 입력해주세요</a:t>
            </a:r>
            <a:r>
              <a:rPr lang="en-US" altLang="ko-KR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.</a:t>
            </a:r>
            <a:endParaRPr lang="ko-KR" altLang="en-US" sz="800" kern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sp>
        <p:nvSpPr>
          <p:cNvPr id="42" name="Shape 150"/>
          <p:cNvSpPr/>
          <p:nvPr/>
        </p:nvSpPr>
        <p:spPr>
          <a:xfrm>
            <a:off x="2195548" y="3496959"/>
            <a:ext cx="173966" cy="179367"/>
          </a:xfrm>
          <a:prstGeom prst="rect">
            <a:avLst/>
          </a:prstGeom>
          <a:solidFill>
            <a:schemeClr val="bg1"/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defTabSz="906145" latinLnBrk="0" hangingPunct="0">
              <a:lnSpc>
                <a:spcPct val="120000"/>
              </a:lnSpc>
              <a:defRPr sz="1000"/>
            </a:pPr>
            <a:endParaRPr lang="ko-KR" altLang="en-US" kern="0"/>
          </a:p>
        </p:txBody>
      </p:sp>
      <p:sp>
        <p:nvSpPr>
          <p:cNvPr id="43" name="Shape 186"/>
          <p:cNvSpPr/>
          <p:nvPr/>
        </p:nvSpPr>
        <p:spPr>
          <a:xfrm>
            <a:off x="2408119" y="3531533"/>
            <a:ext cx="827136" cy="166199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lstStyle>
            <a:lvl1pPr algn="ctr">
              <a:defRPr sz="7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/>
            </a:pPr>
            <a:r>
              <a:rPr lang="ko-KR" altLang="en-US" sz="900" kern="0">
                <a:solidFill>
                  <a:schemeClr val="tx1">
                    <a:lumMod val="50000"/>
                    <a:lumOff val="50000"/>
                  </a:schemeClr>
                </a:solidFill>
              </a:rPr>
              <a:t>자동 로그인</a:t>
            </a:r>
            <a:endParaRPr sz="900" kern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4" name="Check Mark"/>
          <p:cNvSpPr/>
          <p:nvPr/>
        </p:nvSpPr>
        <p:spPr>
          <a:xfrm>
            <a:off x="2238244" y="3464094"/>
            <a:ext cx="140523" cy="167916"/>
          </a:xfrm>
          <a:custGeom>
            <a:avLst/>
            <a:gdLst>
              <a:gd name="connsiteX0" fmla="*/ 0 w 488950"/>
              <a:gd name="connsiteY0" fmla="*/ 263776 h 455613"/>
              <a:gd name="connsiteX1" fmla="*/ 87577 w 488950"/>
              <a:gd name="connsiteY1" fmla="*/ 326031 h 455613"/>
              <a:gd name="connsiteX2" fmla="*/ 174922 w 488950"/>
              <a:gd name="connsiteY2" fmla="*/ 455613 h 455613"/>
              <a:gd name="connsiteX3" fmla="*/ 360242 w 488950"/>
              <a:gd name="connsiteY3" fmla="*/ 105372 h 455613"/>
              <a:gd name="connsiteX4" fmla="*/ 466998 w 488950"/>
              <a:gd name="connsiteY4" fmla="*/ 15910 h 455613"/>
              <a:gd name="connsiteX5" fmla="*/ 488950 w 488950"/>
              <a:gd name="connsiteY5" fmla="*/ 0 h 455613"/>
            </a:gdLst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88950" h="455613">
                <a:moveTo>
                  <a:pt x="0" y="263776"/>
                </a:moveTo>
                <a:cubicBezTo>
                  <a:pt x="38589" y="286833"/>
                  <a:pt x="63083" y="292828"/>
                  <a:pt x="87577" y="326031"/>
                </a:cubicBezTo>
                <a:cubicBezTo>
                  <a:pt x="121544" y="372145"/>
                  <a:pt x="156667" y="413879"/>
                  <a:pt x="174922" y="455613"/>
                </a:cubicBezTo>
                <a:cubicBezTo>
                  <a:pt x="200571" y="340557"/>
                  <a:pt x="215360" y="244869"/>
                  <a:pt x="360242" y="105372"/>
                </a:cubicBezTo>
                <a:cubicBezTo>
                  <a:pt x="382657" y="83929"/>
                  <a:pt x="441580" y="44040"/>
                  <a:pt x="466998" y="15910"/>
                </a:cubicBezTo>
                <a:cubicBezTo>
                  <a:pt x="475317" y="6687"/>
                  <a:pt x="474855" y="461"/>
                  <a:pt x="488950" y="0"/>
                </a:cubicBezTo>
              </a:path>
            </a:pathLst>
          </a:custGeom>
          <a:noFill/>
          <a:ln w="38100" cap="flat" cmpd="sng" algn="ctr">
            <a:solidFill>
              <a:srgbClr val="c00000"/>
            </a:solidFill>
            <a:prstDash val="solid"/>
            <a:round/>
            <a:headEnd w="med" len="med"/>
            <a:tailEnd w="med" len="med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t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endParaRPr lang="en-US" sz="900">
              <a:solidFill>
                <a:srgbClr val="262626"/>
              </a:solidFill>
              <a:latin typeface="Calibri"/>
              <a:cs typeface="Calibri"/>
            </a:endParaRPr>
          </a:p>
        </p:txBody>
      </p:sp>
      <p:sp>
        <p:nvSpPr>
          <p:cNvPr id="84" name="타원 83"/>
          <p:cNvSpPr/>
          <p:nvPr/>
        </p:nvSpPr>
        <p:spPr>
          <a:xfrm>
            <a:off x="2045527" y="2155521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1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85" name="타원 84"/>
          <p:cNvSpPr/>
          <p:nvPr/>
        </p:nvSpPr>
        <p:spPr>
          <a:xfrm>
            <a:off x="2166806" y="2655600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3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86" name="타원 85"/>
          <p:cNvSpPr/>
          <p:nvPr/>
        </p:nvSpPr>
        <p:spPr>
          <a:xfrm>
            <a:off x="2064692" y="3502148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5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37" name="타원 36"/>
          <p:cNvSpPr/>
          <p:nvPr/>
        </p:nvSpPr>
        <p:spPr>
          <a:xfrm>
            <a:off x="2166806" y="3056993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4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51" name="타원 50"/>
          <p:cNvSpPr/>
          <p:nvPr/>
        </p:nvSpPr>
        <p:spPr>
          <a:xfrm>
            <a:off x="2715106" y="1268760"/>
            <a:ext cx="1239708" cy="628317"/>
          </a:xfrm>
          <a:prstGeom prst="ellips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>
                <a:solidFill>
                  <a:schemeClr val="tx1"/>
                </a:solidFill>
              </a:rPr>
              <a:t>로고</a:t>
            </a:r>
            <a:endParaRPr lang="ko-KR" altLang="en-US" sz="900">
              <a:solidFill>
                <a:schemeClr val="tx1"/>
              </a:solidFill>
            </a:endParaRPr>
          </a:p>
        </p:txBody>
      </p:sp>
      <p:cxnSp>
        <p:nvCxnSpPr>
          <p:cNvPr id="71" name="직선 연결선 70"/>
          <p:cNvCxnSpPr/>
          <p:nvPr/>
        </p:nvCxnSpPr>
        <p:spPr>
          <a:xfrm>
            <a:off x="1892449" y="2052077"/>
            <a:ext cx="2970562" cy="8771"/>
          </a:xfrm>
          <a:prstGeom prst="line">
            <a:avLst/>
          </a:prstGeom>
          <a:ln w="0"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Shape 184"/>
          <p:cNvSpPr/>
          <p:nvPr/>
        </p:nvSpPr>
        <p:spPr>
          <a:xfrm>
            <a:off x="3204028" y="3514725"/>
            <a:ext cx="1235788" cy="190500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50" b="1" i="0" u="none" strike="noStrike" kern="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  <a:sym typeface="맑은 고딕"/>
              </a:rPr>
              <a:t>간편로그인</a:t>
            </a:r>
            <a:r>
              <a:rPr xmlns:mc="http://schemas.openxmlformats.org/markup-compatibility/2006" xmlns:hp="http://schemas.haansoft.com/office/presentation/8.0" kumimoji="0" lang="en-US" altLang="ko-KR" sz="1050" b="1" i="0" u="none" strike="noStrike" kern="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  <a:sym typeface="맑은 고딕"/>
              </a:rPr>
              <a:t>3</a:t>
            </a:r>
            <a:r>
              <a:rPr xmlns:mc="http://schemas.openxmlformats.org/markup-compatibility/2006" xmlns:hp="http://schemas.haansoft.com/office/presentation/8.0" kumimoji="0" lang="ko-KR" altLang="en-US" sz="1050" b="1" i="0" u="none" strike="noStrike" kern="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  <a:sym typeface="맑은 고딕"/>
              </a:rPr>
              <a:t>개</a:t>
            </a:r>
            <a:endParaRPr xmlns:mc="http://schemas.openxmlformats.org/markup-compatibility/2006" xmlns:hp="http://schemas.haansoft.com/office/presentation/8.0" kumimoji="0" lang="ko-KR" altLang="en-US" sz="105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89" name="타원 35"/>
          <p:cNvSpPr/>
          <p:nvPr/>
        </p:nvSpPr>
        <p:spPr>
          <a:xfrm>
            <a:off x="3251708" y="3548052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96" name="Shape 150"/>
          <p:cNvSpPr/>
          <p:nvPr/>
        </p:nvSpPr>
        <p:spPr>
          <a:xfrm>
            <a:off x="2121701" y="3861519"/>
            <a:ext cx="2265784" cy="265116"/>
          </a:xfrm>
          <a:prstGeom prst="roundRect">
            <a:avLst>
              <a:gd name="adj" fmla="val 16667"/>
            </a:avLst>
          </a:prstGeom>
          <a:solidFill>
            <a:schemeClr val="bg1">
              <a:lumMod val="95000"/>
            </a:schemeClr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algn="ctr" defTabSz="906145" latinLnBrk="0" hangingPunct="0">
              <a:lnSpc>
                <a:spcPct val="120000"/>
              </a:lnSpc>
              <a:defRPr sz="1000"/>
            </a:pPr>
            <a:r>
              <a:rPr lang="ko-KR" altLang="en-US" sz="900" kern="0">
                <a:latin typeface="+mn-ea"/>
              </a:rPr>
              <a:t>로그인</a:t>
            </a:r>
            <a:endParaRPr lang="ko-KR" altLang="en-US" sz="900" kern="0">
              <a:latin typeface="+mn-ea"/>
            </a:endParaRPr>
          </a:p>
        </p:txBody>
      </p:sp>
      <p:sp>
        <p:nvSpPr>
          <p:cNvPr id="97" name="Shape 150"/>
          <p:cNvSpPr/>
          <p:nvPr/>
        </p:nvSpPr>
        <p:spPr>
          <a:xfrm>
            <a:off x="2121702" y="4317624"/>
            <a:ext cx="1058568" cy="265116"/>
          </a:xfrm>
          <a:prstGeom prst="roundRect">
            <a:avLst>
              <a:gd name="adj" fmla="val 16667"/>
            </a:avLst>
          </a:prstGeom>
          <a:solidFill>
            <a:schemeClr val="bg1">
              <a:lumMod val="95000"/>
            </a:schemeClr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algn="ctr" defTabSz="906145" latinLnBrk="0" hangingPunct="0">
              <a:lnSpc>
                <a:spcPct val="120000"/>
              </a:lnSpc>
              <a:defRPr sz="1000"/>
            </a:pPr>
            <a:r>
              <a:rPr lang="en-US" altLang="ko-KR" sz="900" kern="0">
                <a:latin typeface="+mn-ea"/>
              </a:rPr>
              <a:t>ID/PW </a:t>
            </a:r>
            <a:r>
              <a:rPr lang="ko-KR" altLang="en-US" sz="900" kern="0">
                <a:latin typeface="+mn-ea"/>
              </a:rPr>
              <a:t>찾기</a:t>
            </a:r>
            <a:endParaRPr lang="ko-KR" altLang="en-US" sz="900" kern="0">
              <a:latin typeface="+mn-ea"/>
            </a:endParaRPr>
          </a:p>
        </p:txBody>
      </p:sp>
      <p:sp>
        <p:nvSpPr>
          <p:cNvPr id="98" name="Shape 150"/>
          <p:cNvSpPr/>
          <p:nvPr/>
        </p:nvSpPr>
        <p:spPr>
          <a:xfrm>
            <a:off x="3309810" y="4317624"/>
            <a:ext cx="1058568" cy="265116"/>
          </a:xfrm>
          <a:prstGeom prst="roundRect">
            <a:avLst>
              <a:gd name="adj" fmla="val 16667"/>
            </a:avLst>
          </a:prstGeom>
          <a:solidFill>
            <a:schemeClr val="bg1">
              <a:lumMod val="95000"/>
            </a:schemeClr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algn="ctr" defTabSz="906145" latinLnBrk="0" hangingPunct="0">
              <a:lnSpc>
                <a:spcPct val="120000"/>
              </a:lnSpc>
              <a:defRPr sz="1000"/>
            </a:pPr>
            <a:r>
              <a:rPr lang="ko-KR" altLang="en-US" kern="0"/>
              <a:t>회원가입</a:t>
            </a:r>
            <a:endParaRPr lang="ko-KR" altLang="en-US" kern="0"/>
          </a:p>
        </p:txBody>
      </p:sp>
      <p:sp>
        <p:nvSpPr>
          <p:cNvPr id="99" name="타원 35"/>
          <p:cNvSpPr/>
          <p:nvPr/>
        </p:nvSpPr>
        <p:spPr>
          <a:xfrm>
            <a:off x="4388611" y="3815378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6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100" name="타원 52"/>
          <p:cNvSpPr/>
          <p:nvPr/>
        </p:nvSpPr>
        <p:spPr>
          <a:xfrm>
            <a:off x="3061152" y="4269271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7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101" name="타원 49"/>
          <p:cNvSpPr/>
          <p:nvPr/>
        </p:nvSpPr>
        <p:spPr>
          <a:xfrm>
            <a:off x="4382316" y="4269271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8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102" name="Shape 150"/>
          <p:cNvSpPr/>
          <p:nvPr/>
        </p:nvSpPr>
        <p:spPr>
          <a:xfrm>
            <a:off x="2121701" y="4762947"/>
            <a:ext cx="2265784" cy="265116"/>
          </a:xfrm>
          <a:prstGeom prst="roundRect">
            <a:avLst>
              <a:gd name="adj" fmla="val 16667"/>
            </a:avLst>
          </a:prstGeom>
          <a:solidFill>
            <a:schemeClr val="bg1">
              <a:lumMod val="95000"/>
            </a:schemeClr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algn="ctr" defTabSz="906145" latinLnBrk="0" hangingPunct="0">
              <a:lnSpc>
                <a:spcPct val="120000"/>
              </a:lnSpc>
              <a:defRPr sz="1000"/>
            </a:pPr>
            <a:r>
              <a:rPr lang="ko-KR" altLang="en-US" sz="900" kern="0">
                <a:latin typeface="+mn-ea"/>
              </a:rPr>
              <a:t>비회원 입장</a:t>
            </a:r>
            <a:endParaRPr lang="ko-KR" altLang="en-US" sz="900" kern="0">
              <a:latin typeface="+mn-ea"/>
            </a:endParaRPr>
          </a:p>
        </p:txBody>
      </p:sp>
      <p:sp>
        <p:nvSpPr>
          <p:cNvPr id="103" name="타원 40"/>
          <p:cNvSpPr/>
          <p:nvPr/>
        </p:nvSpPr>
        <p:spPr>
          <a:xfrm>
            <a:off x="4382316" y="4723164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9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cxnSp>
        <p:nvCxnSpPr>
          <p:cNvPr id="104" name="직선 연결선 71"/>
          <p:cNvCxnSpPr/>
          <p:nvPr/>
        </p:nvCxnSpPr>
        <p:spPr>
          <a:xfrm>
            <a:off x="1810448" y="3779587"/>
            <a:ext cx="2981125" cy="0"/>
          </a:xfrm>
          <a:prstGeom prst="line">
            <a:avLst/>
          </a:prstGeom>
          <a:ln w="0"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Shape 193"/>
          <p:cNvSpPr/>
          <p:nvPr/>
        </p:nvSpPr>
        <p:spPr>
          <a:xfrm>
            <a:off x="5510497" y="2865539"/>
            <a:ext cx="2318240" cy="288032"/>
          </a:xfrm>
          <a:prstGeom prst="roundRect">
            <a:avLst>
              <a:gd name="adj" fmla="val 0"/>
            </a:avLst>
          </a:prstGeom>
          <a:solidFill>
            <a:srgbClr val="262626"/>
          </a:solidFill>
          <a:ln w="12700" cap="flat">
            <a:noFill/>
            <a:miter/>
          </a:ln>
          <a:effectLst/>
        </p:spPr>
        <p:txBody>
          <a:bodyPr wrap="square" lIns="45719" tIns="45719" rIns="45719" bIns="45719" anchor="ctr">
            <a:noAutofit/>
          </a:bodyPr>
          <a:lstStyle/>
          <a:p>
            <a:pPr algn="ctr" defTabSz="906145" latinLnBrk="0" hangingPunct="0">
              <a:lnSpc>
                <a:spcPct val="120000"/>
              </a:lnSpc>
              <a:defRPr sz="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  <a:sym typeface="맑은 고딕"/>
              </a:defRPr>
            </a:pPr>
            <a:r>
              <a:rPr lang="ko-KR" altLang="en-US" kern="0"/>
              <a:t>아이디 및 비밀번호가 일치하지 않습니다</a:t>
            </a:r>
            <a:r>
              <a:rPr lang="en-US" altLang="ko-KR" kern="0"/>
              <a:t>.</a:t>
            </a:r>
            <a:endParaRPr lang="ko-KR" altLang="en-US" kern="0"/>
          </a:p>
        </p:txBody>
      </p:sp>
      <p:sp>
        <p:nvSpPr>
          <p:cNvPr id="106" name="타원 58"/>
          <p:cNvSpPr/>
          <p:nvPr/>
        </p:nvSpPr>
        <p:spPr>
          <a:xfrm>
            <a:off x="5454173" y="2841815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6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107" name="Shape 193"/>
          <p:cNvSpPr/>
          <p:nvPr/>
        </p:nvSpPr>
        <p:spPr>
          <a:xfrm>
            <a:off x="5510497" y="3225579"/>
            <a:ext cx="2318240" cy="288032"/>
          </a:xfrm>
          <a:prstGeom prst="roundRect">
            <a:avLst>
              <a:gd name="adj" fmla="val 0"/>
            </a:avLst>
          </a:prstGeom>
          <a:solidFill>
            <a:srgbClr val="262626"/>
          </a:solidFill>
          <a:ln w="12700" cap="flat">
            <a:noFill/>
            <a:miter/>
          </a:ln>
          <a:effectLst/>
        </p:spPr>
        <p:txBody>
          <a:bodyPr wrap="square" lIns="45719" tIns="45719" rIns="45719" bIns="45719" anchor="ctr">
            <a:noAutofit/>
          </a:bodyPr>
          <a:lstStyle/>
          <a:p>
            <a:pPr algn="ctr" defTabSz="906145" latinLnBrk="0" hangingPunct="0">
              <a:lnSpc>
                <a:spcPct val="120000"/>
              </a:lnSpc>
              <a:defRPr sz="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  <a:sym typeface="맑은 고딕"/>
              </a:defRPr>
            </a:pPr>
            <a:r>
              <a:rPr lang="ko-KR" altLang="en-US" kern="0"/>
              <a:t>올바른 이메일 형식이 아닙니다</a:t>
            </a:r>
            <a:r>
              <a:rPr lang="en-US" altLang="ko-KR" kern="0"/>
              <a:t>.</a:t>
            </a:r>
            <a:endParaRPr lang="ko-KR" altLang="en-US" kern="0"/>
          </a:p>
        </p:txBody>
      </p:sp>
      <p:sp>
        <p:nvSpPr>
          <p:cNvPr id="108" name="타원 45"/>
          <p:cNvSpPr/>
          <p:nvPr/>
        </p:nvSpPr>
        <p:spPr>
          <a:xfrm>
            <a:off x="5454173" y="3184648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6</a:t>
            </a:r>
            <a:endParaRPr lang="ko-KR" altLang="en-US" sz="900" b="1">
              <a:solidFill>
                <a:srgbClr val="663300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직사각형 42"/>
          <p:cNvSpPr/>
          <p:nvPr/>
        </p:nvSpPr>
        <p:spPr>
          <a:xfrm>
            <a:off x="5527738" y="5270063"/>
            <a:ext cx="2080430" cy="31917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050" b="1"/>
              <a:t>확인</a:t>
            </a:r>
            <a:endParaRPr lang="ko-KR" altLang="en-US" sz="1050" b="1"/>
          </a:p>
        </p:txBody>
      </p:sp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02.</a:t>
            </a:r>
            <a:r>
              <a:rPr lang="en-US" altLang="ko-KR" sz="2000" kern="0">
                <a:latin typeface="+mn-ea"/>
              </a:rPr>
              <a:t> </a:t>
            </a:r>
            <a:r>
              <a:rPr lang="en-US" altLang="ko-KR" sz="2000" kern="0">
                <a:solidFill>
                  <a:srgbClr val="663300"/>
                </a:solidFill>
                <a:latin typeface="+mn-ea"/>
              </a:rPr>
              <a:t>ID/PW </a:t>
            </a:r>
            <a:r>
              <a:rPr lang="ko-KR" altLang="en-US" sz="2000" kern="0">
                <a:solidFill>
                  <a:srgbClr val="663300"/>
                </a:solidFill>
                <a:latin typeface="+mn-ea"/>
              </a:rPr>
              <a:t>찾기</a:t>
            </a:r>
            <a:r>
              <a:rPr lang="en-US" altLang="ko-KR" sz="2000" kern="0">
                <a:solidFill>
                  <a:srgbClr val="663300"/>
                </a:solidFill>
                <a:latin typeface="+mn-ea"/>
              </a:rPr>
              <a:t>_</a:t>
            </a:r>
            <a:r>
              <a:rPr lang="ko-KR" altLang="en-US" sz="2000" kern="0">
                <a:solidFill>
                  <a:srgbClr val="663300"/>
                </a:solidFill>
                <a:latin typeface="+mn-ea"/>
              </a:rPr>
              <a:t>일반</a:t>
            </a:r>
            <a:endParaRPr lang="ko-KR" altLang="en-US" sz="2000" kern="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3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 </a:t>
            </a:r>
            <a:r>
              <a:rPr lang="en-US" altLang="ko-KR" sz="1100">
                <a:latin typeface="+mn-ea"/>
              </a:rPr>
              <a:t>&gt; </a:t>
            </a:r>
            <a:r>
              <a:rPr lang="en-US" altLang="ko-KR" sz="1100" kern="0">
                <a:latin typeface="+mn-ea"/>
              </a:rPr>
              <a:t>ID/PW</a:t>
            </a:r>
            <a:r>
              <a:rPr lang="ko-KR" altLang="en-US" sz="1100">
                <a:latin typeface="+mn-ea"/>
              </a:rPr>
              <a:t> 찾기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161010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1881887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graphicFrame>
        <p:nvGraphicFramePr>
          <p:cNvPr id="6" name="표 5"/>
          <p:cNvGraphicFramePr>
            <a:graphicFrameLocks noGrp="1"/>
          </p:cNvGraphicFramePr>
          <p:nvPr/>
        </p:nvGraphicFramePr>
        <p:xfrm>
          <a:off x="8112224" y="887120"/>
          <a:ext cx="2310322" cy="4439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031"/>
                <a:gridCol w="2090291"/>
              </a:tblGrid>
              <a:tr h="370840">
                <a:tc gridSpan="2">
                  <a:txBody>
                    <a:bodyPr vert="horz" lIns="91440" tIns="45720" rIns="91440" bIns="45720" anchor="ctr" anchorCtr="0"/>
                    <a:p>
                      <a:pPr lvl="0" algn="ctr">
                        <a:spcBef>
                          <a:spcPts val="100"/>
                        </a:spcBef>
                        <a:defRPr sz="1800" b="0" i="0"/>
                      </a:pPr>
                      <a:r>
                        <a:rPr lang="en-US" altLang="ko-KR" sz="1100" b="1">
                          <a:solidFill>
                            <a:schemeClr val="bg1"/>
                          </a:solidFill>
                        </a:rPr>
                        <a:t>Function</a:t>
                      </a:r>
                      <a:endParaRPr lang="en-US" altLang="ko-KR" sz="1100" b="1">
                        <a:solidFill>
                          <a:schemeClr val="bg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3708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1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/>
                        <a:t>뒤로 버튼</a:t>
                      </a:r>
                      <a:endParaRPr lang="ko-KR" altLang="en-US" sz="800" b="1"/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/>
                        <a:t>- </a:t>
                      </a:r>
                      <a:r>
                        <a:rPr lang="ko-KR" altLang="en-US" sz="800" b="0"/>
                        <a:t>이전 화면으로 이동</a:t>
                      </a:r>
                      <a:endParaRPr lang="ko-KR" altLang="en-US" sz="800" b="0"/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3708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2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 baseline="0"/>
                        <a:t>이름 입력 영역</a:t>
                      </a:r>
                      <a:endParaRPr lang="ko-KR" altLang="en-US" sz="800" b="1" baseline="0"/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 baseline="0"/>
                        <a:t>- </a:t>
                      </a:r>
                      <a:r>
                        <a:rPr lang="ko-KR" altLang="en-US" sz="800" b="0" baseline="0"/>
                        <a:t>선택 시 키패드 노출</a:t>
                      </a:r>
                      <a:endParaRPr lang="en-US" altLang="ko-KR" sz="800" b="0" baseline="0"/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3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 baseline="0"/>
                        <a:t>휴대폰 번호 입력 영역</a:t>
                      </a:r>
                      <a:endParaRPr lang="ko-KR" altLang="en-US" sz="800" b="1" baseline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/>
                        <a:t>- </a:t>
                      </a:r>
                      <a:r>
                        <a:rPr lang="ko-KR" altLang="en-US" sz="800" b="0" baseline="0"/>
                        <a:t>선택 시 숫자 키패드 노출</a:t>
                      </a:r>
                      <a:endParaRPr lang="ko-KR" altLang="en-US" sz="800" b="0" baseline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/>
                        <a:t>- ‘-’ </a:t>
                      </a:r>
                      <a:r>
                        <a:rPr lang="ko-KR" altLang="en-US" sz="800" b="0" baseline="0"/>
                        <a:t>제외한 숫자 입력</a:t>
                      </a:r>
                      <a:endParaRPr lang="en-US" altLang="ko-KR" sz="800" b="0" baseline="0"/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118872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4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확인 버튼</a:t>
                      </a:r>
                      <a:r>
                        <a:rPr lang="en-US" altLang="ko-KR" sz="800" b="1">
                          <a:solidFill>
                            <a:schemeClr val="tx1"/>
                          </a:solidFill>
                        </a:rPr>
                        <a:t>_ID(</a:t>
                      </a: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이메일</a:t>
                      </a:r>
                      <a:r>
                        <a:rPr lang="en-US" altLang="ko-KR" sz="800" b="1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찾기</a:t>
                      </a:r>
                      <a:endParaRPr lang="ko-KR" altLang="en-US" sz="800" b="1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이름과 휴대폰 번호 정상입력 후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선택 </a:t>
                      </a:r>
                      <a:r>
                        <a:rPr lang="ko-KR" altLang="en-US" sz="800" b="0"/>
                        <a:t>시</a:t>
                      </a:r>
                      <a:r>
                        <a:rPr lang="en-US" altLang="ko-KR" sz="800" b="0" baseline="0"/>
                        <a:t> </a:t>
                      </a:r>
                      <a:r>
                        <a:rPr lang="ko-KR" altLang="en-US" sz="800" b="0"/>
                        <a:t>이메일 알림 팝업 노출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/>
                        <a:t>:</a:t>
                      </a:r>
                      <a:r>
                        <a:rPr lang="en-US" altLang="ko-KR" sz="800" b="0" baseline="0"/>
                        <a:t> </a:t>
                      </a:r>
                      <a:r>
                        <a:rPr lang="ko-KR" altLang="en-US" sz="800" b="0" baseline="0"/>
                        <a:t>이메일 알림 팝업에서 </a:t>
                      </a:r>
                      <a:r>
                        <a:rPr lang="ko-KR" altLang="en-US" sz="800" b="0"/>
                        <a:t>확인 버튼 선택 시  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/>
                        <a:t>  </a:t>
                      </a:r>
                      <a:r>
                        <a:rPr lang="ko-KR" altLang="en-US" sz="800" b="0"/>
                        <a:t>로그인 화면으로 이동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/>
                        <a:t>- </a:t>
                      </a:r>
                      <a:r>
                        <a:rPr lang="ko-KR" altLang="en-US" sz="800" b="0" baseline="0"/>
                        <a:t>미입력 항목이 있을 경우 토스트 메시지  </a:t>
                      </a:r>
                      <a:endParaRPr lang="ko-KR" altLang="en-US" sz="800" b="0" baseline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/>
                        <a:t>  </a:t>
                      </a:r>
                      <a:r>
                        <a:rPr lang="ko-KR" altLang="en-US" sz="800" b="0" baseline="0"/>
                        <a:t>노출</a:t>
                      </a:r>
                      <a:endParaRPr lang="ko-KR" altLang="en-US" sz="800" b="0" baseline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이메일 형식이 맞지 않을 경우 토스트  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 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메세지 노출</a:t>
                      </a:r>
                      <a:endParaRPr lang="en-US" altLang="ko-KR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3708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5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1" baseline="0"/>
                        <a:t>ID(</a:t>
                      </a:r>
                      <a:r>
                        <a:rPr lang="ko-KR" altLang="en-US" sz="800" b="1" baseline="0"/>
                        <a:t>이메일</a:t>
                      </a:r>
                      <a:r>
                        <a:rPr lang="en-US" altLang="ko-KR" sz="800" b="1" baseline="0"/>
                        <a:t>)</a:t>
                      </a:r>
                      <a:r>
                        <a:rPr lang="ko-KR" altLang="en-US" sz="800" b="1" baseline="0"/>
                        <a:t>입력 영역</a:t>
                      </a:r>
                      <a:endParaRPr lang="ko-KR" altLang="en-US" sz="800" b="1" baseline="0"/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 baseline="0"/>
                        <a:t>- </a:t>
                      </a:r>
                      <a:r>
                        <a:rPr lang="ko-KR" altLang="en-US" sz="800" b="0" baseline="0"/>
                        <a:t>선택 시 키패드 노출</a:t>
                      </a:r>
                      <a:endParaRPr lang="en-US" altLang="ko-KR" sz="800" b="0" baseline="0"/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13106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6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확인 버튼</a:t>
                      </a:r>
                      <a:r>
                        <a:rPr lang="en-US" altLang="ko-KR" sz="800" b="1">
                          <a:solidFill>
                            <a:schemeClr val="tx1"/>
                          </a:solidFill>
                        </a:rPr>
                        <a:t>_PW</a:t>
                      </a: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 찾기</a:t>
                      </a:r>
                      <a:endParaRPr lang="ko-KR" altLang="en-US" sz="800" b="1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이메일 정상입력 후 선택 </a:t>
                      </a:r>
                      <a:r>
                        <a:rPr lang="ko-KR" altLang="en-US" sz="800" b="0"/>
                        <a:t>시 이메일로 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ko-KR" altLang="en-US" sz="800" b="0"/>
                        <a:t>  임시 비밀번호 발송되며</a:t>
                      </a:r>
                      <a:r>
                        <a:rPr lang="en-US" altLang="ko-KR" sz="800" b="0"/>
                        <a:t>, </a:t>
                      </a:r>
                      <a:r>
                        <a:rPr lang="ko-KR" altLang="en-US" sz="800" b="0"/>
                        <a:t>임시 비밀번호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/>
                        <a:t>  </a:t>
                      </a:r>
                      <a:r>
                        <a:rPr lang="ko-KR" altLang="en-US" sz="800" b="0" baseline="0"/>
                        <a:t>발송 안내</a:t>
                      </a:r>
                      <a:r>
                        <a:rPr lang="ko-KR" altLang="en-US" sz="800" b="0"/>
                        <a:t> 팝업 노출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/>
                        <a:t>: </a:t>
                      </a:r>
                      <a:r>
                        <a:rPr lang="ko-KR" altLang="en-US" sz="800" b="0"/>
                        <a:t>임시 비밀번호 발송 안내 팝업에서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/>
                        <a:t>  </a:t>
                      </a:r>
                      <a:r>
                        <a:rPr lang="ko-KR" altLang="en-US" sz="800" b="0"/>
                        <a:t>확인 버튼 선택 시 로그인 화면 이동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/>
                        <a:t>- </a:t>
                      </a:r>
                      <a:r>
                        <a:rPr lang="ko-KR" altLang="en-US" sz="800" b="0" baseline="0"/>
                        <a:t>미입력 항목이 있을 경우 토스트 메시지  </a:t>
                      </a:r>
                      <a:endParaRPr lang="ko-KR" altLang="en-US" sz="800" b="0" baseline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/>
                        <a:t>  </a:t>
                      </a:r>
                      <a:r>
                        <a:rPr lang="ko-KR" altLang="en-US" sz="800" b="0" baseline="0"/>
                        <a:t>노출</a:t>
                      </a:r>
                      <a:endParaRPr lang="ko-KR" altLang="en-US" sz="800" b="0" baseline="0"/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 baseline="0"/>
                        <a:t>- </a:t>
                      </a:r>
                      <a:r>
                        <a:rPr lang="ko-KR" altLang="en-US" sz="800" b="0" baseline="0"/>
                        <a:t>이메일 형식이 맞지 않을 경우 토스트</a:t>
                      </a:r>
                      <a:endParaRPr lang="ko-KR" altLang="en-US" sz="800" b="0" baseline="0"/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 baseline="0"/>
                        <a:t>  </a:t>
                      </a:r>
                      <a:r>
                        <a:rPr lang="ko-KR" altLang="en-US" sz="800" b="0" baseline="0"/>
                        <a:t>메시지 노출</a:t>
                      </a:r>
                      <a:endParaRPr lang="en-US" altLang="ko-KR" sz="800" b="0" baseline="0"/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39" name="Shape 234"/>
          <p:cNvSpPr/>
          <p:nvPr/>
        </p:nvSpPr>
        <p:spPr>
          <a:xfrm>
            <a:off x="2229687" y="1247737"/>
            <a:ext cx="2290397" cy="183127"/>
          </a:xfrm>
          <a:prstGeom prst="rect">
            <a:avLst/>
          </a:prstGeom>
          <a:ln w="12700">
            <a:miter/>
          </a:ln>
        </p:spPr>
        <p:txBody>
          <a:bodyPr lIns="0" tIns="0" rIns="0" bIns="0" anchor="ctr">
            <a:spAutoFit/>
          </a:bodyPr>
          <a:lstStyle>
            <a:lvl1pPr algn="ctr">
              <a:defRPr sz="10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defTabSz="906145" latinLnBrk="0" hangingPunct="0">
              <a:lnSpc>
                <a:spcPct val="120000"/>
              </a:lnSpc>
              <a:defRPr sz="1000"/>
            </a:pPr>
            <a:r>
              <a:rPr lang="en-US" altLang="ko-KR" sz="1100" kern="0">
                <a:latin typeface="+mn-ea"/>
              </a:rPr>
              <a:t>ID/PW </a:t>
            </a:r>
            <a:r>
              <a:rPr lang="ko-KR" altLang="en-US" sz="1100" kern="0">
                <a:latin typeface="+mn-ea"/>
              </a:rPr>
              <a:t>찾기</a:t>
            </a:r>
            <a:endParaRPr lang="ko-KR" altLang="en-US" sz="1100" kern="0">
              <a:latin typeface="+mn-ea"/>
            </a:endParaRPr>
          </a:p>
        </p:txBody>
      </p:sp>
      <p:sp>
        <p:nvSpPr>
          <p:cNvPr id="76" name="직사각형 75"/>
          <p:cNvSpPr/>
          <p:nvPr/>
        </p:nvSpPr>
        <p:spPr>
          <a:xfrm>
            <a:off x="1892449" y="1095127"/>
            <a:ext cx="326676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atinLnBrk="0" hangingPunct="0">
              <a:lnSpc>
                <a:spcPct val="120000"/>
              </a:lnSpc>
              <a:defRPr/>
            </a:pPr>
            <a:r>
              <a:rPr lang="en-US" altLang="ko-KR" sz="2000" b="1" kern="0">
                <a:latin typeface="Arial"/>
                <a:ea typeface="맑은 고딕"/>
                <a:cs typeface="Arial"/>
              </a:rPr>
              <a:t>&lt;</a:t>
            </a:r>
            <a:endParaRPr lang="ko-KR" altLang="en-US" sz="2000" b="1" kern="0">
              <a:latin typeface="Arial"/>
              <a:ea typeface="맑은 고딕"/>
              <a:cs typeface="Arial"/>
            </a:endParaRPr>
          </a:p>
        </p:txBody>
      </p:sp>
      <p:sp>
        <p:nvSpPr>
          <p:cNvPr id="25" name="타원 24"/>
          <p:cNvSpPr/>
          <p:nvPr/>
        </p:nvSpPr>
        <p:spPr>
          <a:xfrm>
            <a:off x="2147687" y="1138776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1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31" name="Shape 193"/>
          <p:cNvSpPr/>
          <p:nvPr/>
        </p:nvSpPr>
        <p:spPr>
          <a:xfrm>
            <a:off x="5375920" y="1776873"/>
            <a:ext cx="2318240" cy="288032"/>
          </a:xfrm>
          <a:prstGeom prst="roundRect">
            <a:avLst>
              <a:gd name="adj" fmla="val 0"/>
            </a:avLst>
          </a:prstGeom>
          <a:solidFill>
            <a:srgbClr val="262626"/>
          </a:solidFill>
          <a:ln w="12700" cap="flat">
            <a:noFill/>
            <a:miter/>
          </a:ln>
          <a:effectLst/>
        </p:spPr>
        <p:txBody>
          <a:bodyPr wrap="square" lIns="45719" tIns="45719" rIns="45719" bIns="45719" anchor="ctr">
            <a:noAutofit/>
          </a:bodyPr>
          <a:lstStyle/>
          <a:p>
            <a:pPr algn="ctr" defTabSz="906145" latinLnBrk="0" hangingPunct="0">
              <a:lnSpc>
                <a:spcPct val="120000"/>
              </a:lnSpc>
              <a:defRPr sz="800" b="1">
                <a:solidFill>
                  <a:srgbClr val="ffffff"/>
                </a:solidFill>
                <a:latin typeface="Wingdings"/>
                <a:ea typeface="Wingdings"/>
                <a:cs typeface="Wingdings"/>
                <a:sym typeface="Wingdings"/>
              </a:defRPr>
            </a:pPr>
            <a:r>
              <a:rPr lang="en-US" altLang="ko-KR" kern="0"/>
              <a:t>XX</a:t>
            </a:r>
            <a:r>
              <a:rPr lang="ko-KR" altLang="en-US" kern="0"/>
              <a:t>를 입력해주세요</a:t>
            </a:r>
            <a:r>
              <a:rPr lang="en-US" altLang="ko-KR" kern="0"/>
              <a:t>.</a:t>
            </a:r>
            <a:endParaRPr lang="ko-KR" altLang="en-US" kern="0"/>
          </a:p>
        </p:txBody>
      </p:sp>
      <p:sp>
        <p:nvSpPr>
          <p:cNvPr id="32" name="타원 31"/>
          <p:cNvSpPr/>
          <p:nvPr/>
        </p:nvSpPr>
        <p:spPr>
          <a:xfrm>
            <a:off x="5311714" y="1776873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4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33" name="Shape 193"/>
          <p:cNvSpPr/>
          <p:nvPr/>
        </p:nvSpPr>
        <p:spPr>
          <a:xfrm>
            <a:off x="5375920" y="2136913"/>
            <a:ext cx="2318240" cy="288032"/>
          </a:xfrm>
          <a:prstGeom prst="roundRect">
            <a:avLst>
              <a:gd name="adj" fmla="val 0"/>
            </a:avLst>
          </a:prstGeom>
          <a:solidFill>
            <a:srgbClr val="262626"/>
          </a:solidFill>
          <a:ln w="12700" cap="flat">
            <a:noFill/>
            <a:miter/>
          </a:ln>
          <a:effectLst/>
        </p:spPr>
        <p:txBody>
          <a:bodyPr wrap="square" lIns="45719" tIns="45719" rIns="45719" bIns="45719" anchor="ctr">
            <a:noAutofit/>
          </a:bodyPr>
          <a:lstStyle/>
          <a:p>
            <a:pPr algn="ctr" defTabSz="906145" latinLnBrk="0" hangingPunct="0">
              <a:lnSpc>
                <a:spcPct val="120000"/>
              </a:lnSpc>
              <a:defRPr sz="800" b="1">
                <a:solidFill>
                  <a:srgbClr val="ffffff"/>
                </a:solidFill>
                <a:latin typeface="Wingdings"/>
                <a:ea typeface="Wingdings"/>
                <a:cs typeface="Wingdings"/>
                <a:sym typeface="Wingdings"/>
              </a:defRPr>
            </a:pPr>
            <a:r>
              <a:rPr lang="ko-KR" altLang="en-US" kern="0"/>
              <a:t>올바른 이메일 형식이 아닙니다</a:t>
            </a:r>
            <a:r>
              <a:rPr lang="en-US" altLang="ko-KR" kern="0"/>
              <a:t>.</a:t>
            </a:r>
            <a:endParaRPr lang="ko-KR" altLang="en-US" kern="0"/>
          </a:p>
        </p:txBody>
      </p:sp>
      <p:sp>
        <p:nvSpPr>
          <p:cNvPr id="34" name="타원 33"/>
          <p:cNvSpPr/>
          <p:nvPr/>
        </p:nvSpPr>
        <p:spPr>
          <a:xfrm>
            <a:off x="5311714" y="2136913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4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35" name="직사각형 34"/>
          <p:cNvSpPr/>
          <p:nvPr/>
        </p:nvSpPr>
        <p:spPr>
          <a:xfrm>
            <a:off x="5518795" y="4246756"/>
            <a:ext cx="2089373" cy="35055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906145" latinLnBrk="0" hangingPunct="0">
              <a:lnSpc>
                <a:spcPct val="120000"/>
              </a:lnSpc>
              <a:defRPr sz="1000"/>
            </a:pPr>
            <a:endParaRPr lang="ko-KR" altLang="en-US" sz="1000" kern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36" name="Shape 434"/>
          <p:cNvSpPr/>
          <p:nvPr/>
        </p:nvSpPr>
        <p:spPr>
          <a:xfrm>
            <a:off x="5518795" y="4246270"/>
            <a:ext cx="2089373" cy="1342970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37" name="직사각형 36"/>
          <p:cNvSpPr/>
          <p:nvPr/>
        </p:nvSpPr>
        <p:spPr>
          <a:xfrm>
            <a:off x="5663952" y="4797152"/>
            <a:ext cx="1850981" cy="21716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 kern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회원님의 이메일</a:t>
            </a:r>
            <a:r>
              <a:rPr lang="en-US" altLang="ko-KR" sz="900" kern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(</a:t>
            </a:r>
            <a:r>
              <a:rPr lang="ko-KR" altLang="en-US" sz="900" kern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아이디</a:t>
            </a:r>
            <a:r>
              <a:rPr lang="en-US" altLang="ko-KR" sz="900" kern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)</a:t>
            </a:r>
            <a:r>
              <a:rPr lang="ko-KR" altLang="en-US" sz="900" kern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로 임시비밀번호가 발송되었습니다</a:t>
            </a:r>
            <a:r>
              <a:rPr lang="en-US" altLang="ko-KR" sz="900" kern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  <a:endParaRPr lang="en-US" altLang="ko-KR" sz="900" kern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42" name="타원 41"/>
          <p:cNvSpPr/>
          <p:nvPr/>
        </p:nvSpPr>
        <p:spPr>
          <a:xfrm>
            <a:off x="5446207" y="4223368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6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45" name="타원 44"/>
          <p:cNvSpPr/>
          <p:nvPr/>
        </p:nvSpPr>
        <p:spPr>
          <a:xfrm>
            <a:off x="7622722" y="1789866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6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29" name="직사각형 28"/>
          <p:cNvSpPr/>
          <p:nvPr/>
        </p:nvSpPr>
        <p:spPr>
          <a:xfrm>
            <a:off x="2091386" y="1867220"/>
            <a:ext cx="2480474" cy="164436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vert="horz" wrap="square" lIns="91440" tIns="45720" rIns="91440" bIns="45720" anchor="ctr" anchorCtr="0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0" name="Shape 234"/>
          <p:cNvSpPr/>
          <p:nvPr/>
        </p:nvSpPr>
        <p:spPr>
          <a:xfrm>
            <a:off x="2123124" y="1693395"/>
            <a:ext cx="2290397" cy="166199"/>
          </a:xfrm>
          <a:prstGeom prst="rect">
            <a:avLst/>
          </a:prstGeom>
          <a:ln w="12700">
            <a:miter/>
          </a:ln>
        </p:spPr>
        <p:txBody>
          <a:bodyPr lIns="0" tIns="0" rIns="0" bIns="0" anchor="ctr">
            <a:spAutoFit/>
          </a:bodyPr>
          <a:lstStyle>
            <a:lvl1pPr algn="ctr">
              <a:defRPr sz="10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 sz="1000"/>
            </a:pPr>
            <a:r>
              <a:rPr lang="en-US" altLang="ko-KR" sz="900" kern="0">
                <a:latin typeface="+mn-ea"/>
                <a:ea typeface="+mn-ea"/>
              </a:rPr>
              <a:t>ID(</a:t>
            </a:r>
            <a:r>
              <a:rPr lang="ko-KR" altLang="en-US" sz="900" kern="0">
                <a:latin typeface="+mn-ea"/>
                <a:ea typeface="+mn-ea"/>
              </a:rPr>
              <a:t>이메일</a:t>
            </a:r>
            <a:r>
              <a:rPr lang="en-US" altLang="ko-KR" sz="900" kern="0">
                <a:latin typeface="+mn-ea"/>
                <a:ea typeface="+mn-ea"/>
              </a:rPr>
              <a:t>) </a:t>
            </a:r>
            <a:r>
              <a:rPr lang="ko-KR" altLang="en-US" sz="900" kern="0">
                <a:latin typeface="+mn-ea"/>
                <a:ea typeface="+mn-ea"/>
              </a:rPr>
              <a:t>찾기</a:t>
            </a:r>
            <a:endParaRPr lang="ko-KR" altLang="en-US" sz="900" kern="0">
              <a:latin typeface="+mn-ea"/>
              <a:ea typeface="+mn-ea"/>
            </a:endParaRPr>
          </a:p>
        </p:txBody>
      </p:sp>
      <p:sp>
        <p:nvSpPr>
          <p:cNvPr id="38" name="Shape 234"/>
          <p:cNvSpPr/>
          <p:nvPr/>
        </p:nvSpPr>
        <p:spPr>
          <a:xfrm>
            <a:off x="2229687" y="2342708"/>
            <a:ext cx="481937" cy="166199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lstStyle>
            <a:lvl1pPr algn="ctr">
              <a:defRPr sz="10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 sz="1000"/>
            </a:pPr>
            <a:r>
              <a:rPr lang="ko-KR" altLang="en-US" sz="900" kern="0">
                <a:latin typeface="+mn-ea"/>
                <a:ea typeface="+mn-ea"/>
              </a:rPr>
              <a:t>이름 </a:t>
            </a:r>
            <a:r>
              <a:rPr lang="en-US" altLang="ko-KR" sz="900" kern="0">
                <a:latin typeface="+mn-ea"/>
                <a:ea typeface="+mn-ea"/>
              </a:rPr>
              <a:t>: </a:t>
            </a:r>
            <a:endParaRPr lang="ko-KR" altLang="en-US" sz="900" kern="0">
              <a:latin typeface="+mn-ea"/>
              <a:ea typeface="+mn-ea"/>
            </a:endParaRPr>
          </a:p>
        </p:txBody>
      </p:sp>
      <p:sp>
        <p:nvSpPr>
          <p:cNvPr id="41" name="Shape 150"/>
          <p:cNvSpPr/>
          <p:nvPr/>
        </p:nvSpPr>
        <p:spPr>
          <a:xfrm>
            <a:off x="2999656" y="2276872"/>
            <a:ext cx="1464443" cy="303682"/>
          </a:xfrm>
          <a:prstGeom prst="rect">
            <a:avLst/>
          </a:prstGeom>
          <a:solidFill>
            <a:schemeClr val="bg1"/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defTabSz="906145" latinLnBrk="0" hangingPunct="0">
              <a:lnSpc>
                <a:spcPct val="120000"/>
              </a:lnSpc>
              <a:defRPr sz="1000"/>
            </a:pPr>
            <a:endParaRPr lang="ko-KR" altLang="en-US" sz="800" kern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sp>
        <p:nvSpPr>
          <p:cNvPr id="46" name="Shape 234"/>
          <p:cNvSpPr/>
          <p:nvPr/>
        </p:nvSpPr>
        <p:spPr>
          <a:xfrm>
            <a:off x="2229687" y="2795102"/>
            <a:ext cx="697961" cy="166199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lstStyle>
            <a:lvl1pPr algn="ctr">
              <a:defRPr sz="10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 sz="1000"/>
            </a:pPr>
            <a:r>
              <a:rPr lang="ko-KR" altLang="en-US" sz="900" kern="0">
                <a:latin typeface="+mn-ea"/>
                <a:ea typeface="+mn-ea"/>
              </a:rPr>
              <a:t>휴대폰 번호 </a:t>
            </a:r>
            <a:r>
              <a:rPr lang="en-US" altLang="ko-KR" sz="900" kern="0">
                <a:latin typeface="+mn-ea"/>
                <a:ea typeface="+mn-ea"/>
              </a:rPr>
              <a:t>: </a:t>
            </a:r>
            <a:endParaRPr lang="ko-KR" altLang="en-US" sz="900" kern="0">
              <a:latin typeface="+mn-ea"/>
              <a:ea typeface="+mn-ea"/>
            </a:endParaRPr>
          </a:p>
        </p:txBody>
      </p:sp>
      <p:sp>
        <p:nvSpPr>
          <p:cNvPr id="47" name="Shape 150"/>
          <p:cNvSpPr/>
          <p:nvPr/>
        </p:nvSpPr>
        <p:spPr>
          <a:xfrm>
            <a:off x="2999656" y="2724570"/>
            <a:ext cx="1464443" cy="303682"/>
          </a:xfrm>
          <a:prstGeom prst="rect">
            <a:avLst/>
          </a:prstGeom>
          <a:solidFill>
            <a:schemeClr val="bg1"/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defTabSz="906145" latinLnBrk="0" hangingPunct="0">
              <a:lnSpc>
                <a:spcPct val="120000"/>
              </a:lnSpc>
              <a:defRPr sz="1000"/>
            </a:pPr>
            <a:endParaRPr lang="ko-KR" altLang="en-US" sz="800" kern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sp>
        <p:nvSpPr>
          <p:cNvPr id="15" name="Shape 184"/>
          <p:cNvSpPr/>
          <p:nvPr/>
        </p:nvSpPr>
        <p:spPr>
          <a:xfrm>
            <a:off x="2141915" y="1927711"/>
            <a:ext cx="2648762" cy="184666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lstStyle>
            <a:lvl1pPr algn="ctr">
              <a:defRPr sz="7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/>
            </a:pPr>
            <a:r>
              <a:rPr lang="ko-KR" altLang="en-US" sz="1000" b="0" kern="0" spc="-150">
                <a:solidFill>
                  <a:schemeClr val="tx1"/>
                </a:solidFill>
              </a:rPr>
              <a:t>회원님의 이름과 휴대폰 번호를 입력해주세요</a:t>
            </a:r>
            <a:r>
              <a:rPr lang="en-US" altLang="ko-KR" sz="1000" b="0" kern="0" spc="-150">
                <a:solidFill>
                  <a:schemeClr val="tx1"/>
                </a:solidFill>
              </a:rPr>
              <a:t>.</a:t>
            </a:r>
            <a:endParaRPr lang="en-US" altLang="ko-KR" sz="1000" b="0" kern="0" spc="-150">
              <a:solidFill>
                <a:schemeClr val="tx1"/>
              </a:solidFill>
            </a:endParaRPr>
          </a:p>
        </p:txBody>
      </p:sp>
      <p:sp>
        <p:nvSpPr>
          <p:cNvPr id="48" name="사각형: 둥근 모서리 47"/>
          <p:cNvSpPr/>
          <p:nvPr/>
        </p:nvSpPr>
        <p:spPr>
          <a:xfrm>
            <a:off x="3778632" y="3212976"/>
            <a:ext cx="685468" cy="216733"/>
          </a:xfrm>
          <a:prstGeom prst="roundRect">
            <a:avLst>
              <a:gd name="adj" fmla="val 16667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050" b="1"/>
              <a:t>확인</a:t>
            </a:r>
            <a:endParaRPr lang="ko-KR" altLang="en-US" sz="1050" b="1"/>
          </a:p>
        </p:txBody>
      </p:sp>
      <p:sp>
        <p:nvSpPr>
          <p:cNvPr id="49" name="직사각형 48"/>
          <p:cNvSpPr/>
          <p:nvPr/>
        </p:nvSpPr>
        <p:spPr>
          <a:xfrm>
            <a:off x="2091386" y="3969894"/>
            <a:ext cx="2480474" cy="1187298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vert="horz" wrap="square" lIns="91440" tIns="45720" rIns="91440" bIns="45720" anchor="ctr" anchorCtr="0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50" name="Shape 234"/>
          <p:cNvSpPr/>
          <p:nvPr/>
        </p:nvSpPr>
        <p:spPr>
          <a:xfrm>
            <a:off x="2123124" y="3796069"/>
            <a:ext cx="2290397" cy="166199"/>
          </a:xfrm>
          <a:prstGeom prst="rect">
            <a:avLst/>
          </a:prstGeom>
          <a:ln w="12700">
            <a:miter/>
          </a:ln>
        </p:spPr>
        <p:txBody>
          <a:bodyPr lIns="0" tIns="0" rIns="0" bIns="0" anchor="ctr">
            <a:spAutoFit/>
          </a:bodyPr>
          <a:lstStyle>
            <a:lvl1pPr algn="ctr">
              <a:defRPr sz="10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 sz="1000"/>
            </a:pPr>
            <a:r>
              <a:rPr lang="en-US" altLang="ko-KR" sz="900" kern="0">
                <a:latin typeface="+mn-ea"/>
                <a:ea typeface="+mn-ea"/>
              </a:rPr>
              <a:t>PW </a:t>
            </a:r>
            <a:r>
              <a:rPr lang="ko-KR" altLang="en-US" sz="900" kern="0">
                <a:latin typeface="+mn-ea"/>
                <a:ea typeface="+mn-ea"/>
              </a:rPr>
              <a:t>찾기</a:t>
            </a:r>
            <a:endParaRPr lang="ko-KR" altLang="en-US" sz="900" kern="0">
              <a:latin typeface="+mn-ea"/>
              <a:ea typeface="+mn-ea"/>
            </a:endParaRPr>
          </a:p>
        </p:txBody>
      </p:sp>
      <p:sp>
        <p:nvSpPr>
          <p:cNvPr id="51" name="Shape 234"/>
          <p:cNvSpPr/>
          <p:nvPr/>
        </p:nvSpPr>
        <p:spPr>
          <a:xfrm>
            <a:off x="2229687" y="4445382"/>
            <a:ext cx="620238" cy="166199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lstStyle>
            <a:lvl1pPr algn="ctr">
              <a:defRPr sz="10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 sz="1000"/>
            </a:pPr>
            <a:r>
              <a:rPr lang="en-US" altLang="ko-KR" sz="900" b="0" kern="0" spc="-150">
                <a:solidFill>
                  <a:schemeClr val="tx1"/>
                </a:solidFill>
              </a:rPr>
              <a:t>I D (</a:t>
            </a:r>
            <a:r>
              <a:rPr lang="ko-KR" altLang="en-US" sz="900" b="0" kern="0" spc="-150">
                <a:solidFill>
                  <a:schemeClr val="tx1"/>
                </a:solidFill>
              </a:rPr>
              <a:t>이메일</a:t>
            </a:r>
            <a:r>
              <a:rPr lang="en-US" altLang="ko-KR" sz="900" b="0" kern="0" spc="-150">
                <a:solidFill>
                  <a:schemeClr val="tx1"/>
                </a:solidFill>
              </a:rPr>
              <a:t>)</a:t>
            </a:r>
            <a:r>
              <a:rPr lang="ko-KR" altLang="en-US" sz="900" kern="0">
                <a:latin typeface="+mn-ea"/>
                <a:ea typeface="+mn-ea"/>
              </a:rPr>
              <a:t> </a:t>
            </a:r>
            <a:r>
              <a:rPr lang="en-US" altLang="ko-KR" sz="900" kern="0">
                <a:latin typeface="+mn-ea"/>
                <a:ea typeface="+mn-ea"/>
              </a:rPr>
              <a:t>: </a:t>
            </a:r>
            <a:endParaRPr lang="ko-KR" altLang="en-US" sz="900" kern="0">
              <a:latin typeface="+mn-ea"/>
              <a:ea typeface="+mn-ea"/>
            </a:endParaRPr>
          </a:p>
        </p:txBody>
      </p:sp>
      <p:sp>
        <p:nvSpPr>
          <p:cNvPr id="52" name="Shape 150"/>
          <p:cNvSpPr/>
          <p:nvPr/>
        </p:nvSpPr>
        <p:spPr>
          <a:xfrm>
            <a:off x="2849925" y="4379546"/>
            <a:ext cx="1614174" cy="303682"/>
          </a:xfrm>
          <a:prstGeom prst="rect">
            <a:avLst/>
          </a:prstGeom>
          <a:solidFill>
            <a:schemeClr val="bg1"/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defTabSz="906145" latinLnBrk="0" hangingPunct="0">
              <a:lnSpc>
                <a:spcPct val="120000"/>
              </a:lnSpc>
              <a:defRPr sz="1000"/>
            </a:pPr>
            <a:endParaRPr lang="ko-KR" altLang="en-US" sz="800" kern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sp>
        <p:nvSpPr>
          <p:cNvPr id="55" name="Shape 184"/>
          <p:cNvSpPr/>
          <p:nvPr/>
        </p:nvSpPr>
        <p:spPr>
          <a:xfrm>
            <a:off x="2141915" y="4030385"/>
            <a:ext cx="2648762" cy="184666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lstStyle>
            <a:lvl1pPr algn="ctr">
              <a:defRPr sz="7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/>
            </a:pPr>
            <a:r>
              <a:rPr lang="ko-KR" altLang="en-US" sz="1000" b="0" kern="0" spc="-150">
                <a:solidFill>
                  <a:schemeClr val="tx1"/>
                </a:solidFill>
              </a:rPr>
              <a:t>회원님의 </a:t>
            </a:r>
            <a:r>
              <a:rPr lang="en-US" altLang="ko-KR" sz="1000" b="0" kern="0" spc="-150">
                <a:solidFill>
                  <a:schemeClr val="tx1"/>
                </a:solidFill>
              </a:rPr>
              <a:t>ID(</a:t>
            </a:r>
            <a:r>
              <a:rPr lang="ko-KR" altLang="en-US" sz="1000" b="0" kern="0" spc="-150">
                <a:solidFill>
                  <a:schemeClr val="tx1"/>
                </a:solidFill>
              </a:rPr>
              <a:t>이메일</a:t>
            </a:r>
            <a:r>
              <a:rPr lang="en-US" altLang="ko-KR" sz="1000" b="0" kern="0" spc="-150">
                <a:solidFill>
                  <a:schemeClr val="tx1"/>
                </a:solidFill>
              </a:rPr>
              <a:t>)</a:t>
            </a:r>
            <a:r>
              <a:rPr lang="ko-KR" altLang="en-US" sz="1000" b="0" kern="0" spc="-150">
                <a:solidFill>
                  <a:schemeClr val="tx1"/>
                </a:solidFill>
              </a:rPr>
              <a:t>를 입력해주세요</a:t>
            </a:r>
            <a:r>
              <a:rPr lang="en-US" altLang="ko-KR" sz="1000" b="0" kern="0" spc="-150">
                <a:solidFill>
                  <a:schemeClr val="tx1"/>
                </a:solidFill>
              </a:rPr>
              <a:t>.</a:t>
            </a:r>
            <a:endParaRPr lang="en-US" altLang="ko-KR" sz="1000" b="0" kern="0" spc="-150">
              <a:solidFill>
                <a:schemeClr val="tx1"/>
              </a:solidFill>
            </a:endParaRPr>
          </a:p>
        </p:txBody>
      </p:sp>
      <p:sp>
        <p:nvSpPr>
          <p:cNvPr id="57" name="사각형: 둥근 모서리 56"/>
          <p:cNvSpPr/>
          <p:nvPr/>
        </p:nvSpPr>
        <p:spPr>
          <a:xfrm>
            <a:off x="3778632" y="4868451"/>
            <a:ext cx="685468" cy="216733"/>
          </a:xfrm>
          <a:prstGeom prst="roundRect">
            <a:avLst>
              <a:gd name="adj" fmla="val 16667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050" b="1"/>
              <a:t>확인</a:t>
            </a:r>
            <a:endParaRPr lang="ko-KR" altLang="en-US" sz="1050" b="1"/>
          </a:p>
        </p:txBody>
      </p:sp>
      <p:sp>
        <p:nvSpPr>
          <p:cNvPr id="58" name="타원 57"/>
          <p:cNvSpPr/>
          <p:nvPr/>
        </p:nvSpPr>
        <p:spPr>
          <a:xfrm>
            <a:off x="4369633" y="2686735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3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59" name="타원 58"/>
          <p:cNvSpPr/>
          <p:nvPr/>
        </p:nvSpPr>
        <p:spPr>
          <a:xfrm>
            <a:off x="4369633" y="3162655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4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60" name="타원 59"/>
          <p:cNvSpPr/>
          <p:nvPr/>
        </p:nvSpPr>
        <p:spPr>
          <a:xfrm>
            <a:off x="4375104" y="2224512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2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61" name="타원 60"/>
          <p:cNvSpPr/>
          <p:nvPr/>
        </p:nvSpPr>
        <p:spPr>
          <a:xfrm>
            <a:off x="4369633" y="4322372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5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62" name="타원 61"/>
          <p:cNvSpPr/>
          <p:nvPr/>
        </p:nvSpPr>
        <p:spPr>
          <a:xfrm>
            <a:off x="4369633" y="4798292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6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66" name="타원 65"/>
          <p:cNvSpPr/>
          <p:nvPr/>
        </p:nvSpPr>
        <p:spPr>
          <a:xfrm>
            <a:off x="7622722" y="2149906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6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53" name="직사각형 52"/>
          <p:cNvSpPr/>
          <p:nvPr/>
        </p:nvSpPr>
        <p:spPr>
          <a:xfrm>
            <a:off x="5527738" y="3685887"/>
            <a:ext cx="2080430" cy="31917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050" b="1"/>
              <a:t>확인</a:t>
            </a:r>
            <a:endParaRPr lang="ko-KR" altLang="en-US" sz="1050" b="1"/>
          </a:p>
        </p:txBody>
      </p:sp>
      <p:sp>
        <p:nvSpPr>
          <p:cNvPr id="54" name="직사각형 53"/>
          <p:cNvSpPr/>
          <p:nvPr/>
        </p:nvSpPr>
        <p:spPr>
          <a:xfrm>
            <a:off x="5518795" y="2662580"/>
            <a:ext cx="2089373" cy="35055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906145" latinLnBrk="0" hangingPunct="0">
              <a:lnSpc>
                <a:spcPct val="120000"/>
              </a:lnSpc>
              <a:defRPr sz="1000"/>
            </a:pPr>
            <a:endParaRPr lang="ko-KR" altLang="en-US" sz="1000" kern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56" name="Shape 434"/>
          <p:cNvSpPr/>
          <p:nvPr/>
        </p:nvSpPr>
        <p:spPr>
          <a:xfrm>
            <a:off x="5518795" y="2662094"/>
            <a:ext cx="2089373" cy="1342970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67" name="직사각형 66"/>
          <p:cNvSpPr/>
          <p:nvPr/>
        </p:nvSpPr>
        <p:spPr>
          <a:xfrm>
            <a:off x="5663952" y="3212976"/>
            <a:ext cx="1850981" cy="21716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lnSpc>
                <a:spcPct val="150000"/>
              </a:lnSpc>
              <a:defRPr/>
            </a:pPr>
            <a:r>
              <a:rPr lang="ko-KR" altLang="en-US" sz="900" kern="0">
                <a:solidFill>
                  <a:schemeClr val="bg1">
                    <a:lumMod val="50000"/>
                  </a:schemeClr>
                </a:solidFill>
                <a:latin typeface="+mn-ea"/>
              </a:rPr>
              <a:t>회원님의 </a:t>
            </a:r>
            <a:r>
              <a:rPr lang="en-US" altLang="ko-KR" sz="900" kern="0">
                <a:solidFill>
                  <a:schemeClr val="bg1">
                    <a:lumMod val="50000"/>
                  </a:schemeClr>
                </a:solidFill>
                <a:latin typeface="+mn-ea"/>
              </a:rPr>
              <a:t>ID(</a:t>
            </a:r>
            <a:r>
              <a:rPr lang="ko-KR" altLang="en-US" sz="900" kern="0">
                <a:solidFill>
                  <a:schemeClr val="bg1">
                    <a:lumMod val="50000"/>
                  </a:schemeClr>
                </a:solidFill>
                <a:latin typeface="+mn-ea"/>
              </a:rPr>
              <a:t>이메일</a:t>
            </a:r>
            <a:r>
              <a:rPr lang="en-US" altLang="ko-KR" sz="900" kern="0">
                <a:solidFill>
                  <a:schemeClr val="bg1">
                    <a:lumMod val="50000"/>
                  </a:schemeClr>
                </a:solidFill>
                <a:latin typeface="+mn-ea"/>
              </a:rPr>
              <a:t>)</a:t>
            </a:r>
            <a:r>
              <a:rPr lang="ko-KR" altLang="en-US" sz="900" kern="0">
                <a:solidFill>
                  <a:schemeClr val="bg1">
                    <a:lumMod val="50000"/>
                  </a:schemeClr>
                </a:solidFill>
                <a:latin typeface="+mn-ea"/>
              </a:rPr>
              <a:t>는</a:t>
            </a:r>
            <a:endParaRPr lang="ko-KR" altLang="en-US" sz="900" kern="0">
              <a:solidFill>
                <a:schemeClr val="bg1">
                  <a:lumMod val="50000"/>
                </a:schemeClr>
              </a:solidFill>
              <a:latin typeface="+mn-ea"/>
            </a:endParaRPr>
          </a:p>
          <a:p>
            <a:pPr algn="ctr">
              <a:lnSpc>
                <a:spcPct val="150000"/>
              </a:lnSpc>
              <a:defRPr/>
            </a:pPr>
            <a:r>
              <a:rPr lang="en-US" altLang="ko-KR" sz="1000" b="1" kern="0">
                <a:solidFill>
                  <a:schemeClr val="accent2">
                    <a:lumMod val="75000"/>
                  </a:schemeClr>
                </a:solidFill>
                <a:latin typeface="+mn-ea"/>
              </a:rPr>
              <a:t>abc123@naber.com</a:t>
            </a:r>
            <a:endParaRPr lang="en-US" altLang="ko-KR" sz="1000" b="1" kern="0">
              <a:solidFill>
                <a:schemeClr val="accent2">
                  <a:lumMod val="75000"/>
                </a:schemeClr>
              </a:solidFill>
              <a:latin typeface="+mn-ea"/>
            </a:endParaRPr>
          </a:p>
          <a:p>
            <a:pPr algn="ctr">
              <a:lnSpc>
                <a:spcPct val="150000"/>
              </a:lnSpc>
              <a:defRPr/>
            </a:pPr>
            <a:r>
              <a:rPr lang="ko-KR" altLang="en-US" sz="900" kern="0">
                <a:solidFill>
                  <a:schemeClr val="bg1">
                    <a:lumMod val="50000"/>
                  </a:schemeClr>
                </a:solidFill>
                <a:latin typeface="+mn-ea"/>
              </a:rPr>
              <a:t>입니다</a:t>
            </a:r>
            <a:r>
              <a:rPr lang="en-US" altLang="ko-KR" sz="900" kern="0">
                <a:solidFill>
                  <a:schemeClr val="bg1">
                    <a:lumMod val="50000"/>
                  </a:schemeClr>
                </a:solidFill>
                <a:latin typeface="+mn-ea"/>
              </a:rPr>
              <a:t>.</a:t>
            </a:r>
            <a:endParaRPr lang="en-US" altLang="ko-KR" sz="900" kern="0">
              <a:solidFill>
                <a:schemeClr val="bg1">
                  <a:lumMod val="50000"/>
                </a:schemeClr>
              </a:solidFill>
              <a:latin typeface="+mn-ea"/>
            </a:endParaRPr>
          </a:p>
        </p:txBody>
      </p:sp>
      <p:sp>
        <p:nvSpPr>
          <p:cNvPr id="68" name="타원 67"/>
          <p:cNvSpPr/>
          <p:nvPr/>
        </p:nvSpPr>
        <p:spPr>
          <a:xfrm>
            <a:off x="5446207" y="2639192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4</a:t>
            </a:r>
            <a:endParaRPr lang="ko-KR" altLang="en-US" sz="900" b="1">
              <a:solidFill>
                <a:srgbClr val="663300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03.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메인화면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3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1881887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graphicFrame>
        <p:nvGraphicFramePr>
          <p:cNvPr id="6" name="표 5"/>
          <p:cNvGraphicFramePr>
            <a:graphicFrameLocks noGrp="1"/>
          </p:cNvGraphicFramePr>
          <p:nvPr/>
        </p:nvGraphicFramePr>
        <p:xfrm>
          <a:off x="8112224" y="908720"/>
          <a:ext cx="2306955" cy="4769515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219075"/>
                <a:gridCol w="2087880"/>
              </a:tblGrid>
              <a:tr h="550317">
                <a:tc gridSpan="2">
                  <a:txBody>
                    <a:bodyPr vert="horz" lIns="91440" tIns="45720" rIns="91440" bIns="45720" anchor="ctr" anchorCtr="0"/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 sz="1800" b="0" i="0"/>
                      </a:pPr>
                      <a:r>
                        <a:rPr lang="en-US" altLang="ko-KR" sz="1100" b="1">
                          <a:solidFill>
                            <a:schemeClr val="bg1"/>
                          </a:solidFill>
                        </a:rPr>
                        <a:t>Description</a:t>
                      </a:r>
                      <a:endParaRPr lang="en-US" altLang="ko-KR" sz="1100" b="1">
                        <a:solidFill>
                          <a:schemeClr val="bg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727913">
                <a:tc gridSpan="2">
                  <a:txBody>
                    <a:bodyPr vert="horz" lIns="91440" tIns="45720" rIns="91440" bIns="45720" anchor="ctr" anchorCtr="0"/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 sz="1800" b="0" i="0"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메인화면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 sz="1800" b="0" i="0"/>
                      </a:pP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금주 특가상품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 sz="1800" b="0" i="0"/>
                      </a:pP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금주 히트 상품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 sz="1800" b="0" i="0"/>
                      </a:pP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523156">
                <a:tc gridSpan="2">
                  <a:txBody>
                    <a:bodyPr vert="horz" lIns="91440" tIns="45720" rIns="91440" bIns="45720" anchor="ctr" anchorCtr="0"/>
                    <a:p>
                      <a:pPr lvl="0" algn="ctr">
                        <a:spcBef>
                          <a:spcPts val="100"/>
                        </a:spcBef>
                        <a:defRPr sz="1800" b="0" i="0"/>
                      </a:pPr>
                      <a:r>
                        <a:rPr lang="en-US" altLang="ko-KR" sz="1100" b="1">
                          <a:solidFill>
                            <a:schemeClr val="bg1"/>
                          </a:solidFill>
                        </a:rPr>
                        <a:t>Function</a:t>
                      </a:r>
                      <a:endParaRPr lang="en-US" altLang="ko-KR" sz="1100" b="1">
                        <a:solidFill>
                          <a:schemeClr val="bg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881198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1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금주의 특가상품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관리자에서 설정한 특가상품  </a:t>
                      </a:r>
                      <a:r>
                        <a:rPr lang="en-US" altLang="ko-KR" sz="800" b="0">
                          <a:solidFill>
                            <a:schemeClr val="dk1"/>
                          </a:solidFill>
                        </a:rPr>
                        <a:t>4</a:t>
                      </a: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가지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>
                    <a:solidFill>
                      <a:schemeClr val="lt1"/>
                    </a:solidFill>
                  </a:tcPr>
                </a:tc>
              </a:tr>
              <a:tr h="922658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2</a:t>
                      </a:r>
                      <a:endParaRPr lang="en-US" altLang="ko-KR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금주의 히트 상품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판매 가장 많은 상품 </a:t>
                      </a:r>
                      <a:r>
                        <a:rPr lang="en-US" altLang="ko-KR" sz="800" b="0">
                          <a:solidFill>
                            <a:schemeClr val="dk1"/>
                          </a:solidFill>
                        </a:rPr>
                        <a:t>4</a:t>
                      </a: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가지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>
                    <a:solidFill>
                      <a:schemeClr val="lt1"/>
                    </a:solidFill>
                  </a:tcPr>
                </a:tc>
              </a:tr>
              <a:tr h="1164273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3</a:t>
                      </a:r>
                      <a:endParaRPr lang="en-US" altLang="ko-KR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메뉴박스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홈으로 이동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상품 리스트로 이동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검색창으로 이동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마이페이지 이동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51" name="타원 50"/>
          <p:cNvSpPr/>
          <p:nvPr/>
        </p:nvSpPr>
        <p:spPr>
          <a:xfrm>
            <a:off x="2715106" y="1268760"/>
            <a:ext cx="1239708" cy="628317"/>
          </a:xfrm>
          <a:prstGeom prst="ellips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>
                <a:solidFill>
                  <a:schemeClr val="tx1"/>
                </a:solidFill>
              </a:rPr>
              <a:t>로고</a:t>
            </a:r>
            <a:endParaRPr lang="ko-KR" altLang="en-US" sz="900">
              <a:solidFill>
                <a:schemeClr val="tx1"/>
              </a:solidFill>
            </a:endParaRPr>
          </a:p>
        </p:txBody>
      </p:sp>
      <p:cxnSp>
        <p:nvCxnSpPr>
          <p:cNvPr id="71" name="직선 연결선 70"/>
          <p:cNvCxnSpPr/>
          <p:nvPr/>
        </p:nvCxnSpPr>
        <p:spPr>
          <a:xfrm>
            <a:off x="1892449" y="2052077"/>
            <a:ext cx="2970562" cy="8771"/>
          </a:xfrm>
          <a:prstGeom prst="line">
            <a:avLst/>
          </a:prstGeom>
          <a:ln w="0"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연결선 71"/>
          <p:cNvCxnSpPr/>
          <p:nvPr/>
        </p:nvCxnSpPr>
        <p:spPr>
          <a:xfrm>
            <a:off x="1881886" y="4021873"/>
            <a:ext cx="2981125" cy="0"/>
          </a:xfrm>
          <a:prstGeom prst="line">
            <a:avLst/>
          </a:prstGeom>
          <a:ln w="0"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연결선: 꺾임 72"/>
          <p:cNvCxnSpPr/>
          <p:nvPr/>
        </p:nvCxnSpPr>
        <p:spPr>
          <a:xfrm>
            <a:off x="4571860" y="3136505"/>
            <a:ext cx="501484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"/>
          <p:cNvSpPr/>
          <p:nvPr/>
        </p:nvSpPr>
        <p:spPr>
          <a:xfrm>
            <a:off x="1892449" y="5825449"/>
            <a:ext cx="2898228" cy="450256"/>
          </a:xfrm>
          <a:prstGeom prst="rect">
            <a:avLst/>
          </a:prstGeom>
          <a:solidFill>
            <a:schemeClr val="lt1"/>
          </a:solidFill>
          <a:ln>
            <a:solidFill>
              <a:srgbClr val="9be5c8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92" name=""/>
          <p:cNvGraphicFramePr>
            <a:graphicFrameLocks noGrp="1"/>
          </p:cNvGraphicFramePr>
          <p:nvPr/>
        </p:nvGraphicFramePr>
        <p:xfrm>
          <a:off x="1881886" y="5825450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홈</a:t>
                      </a:r>
                      <a:endParaRPr lang="en-US" altLang="ko-KR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상품</a:t>
                      </a:r>
                      <a:endParaRPr lang="ko-KR" altLang="en-US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검색</a:t>
                      </a:r>
                      <a:endParaRPr lang="ko-KR" altLang="en-US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마이</a:t>
                      </a:r>
                      <a:endParaRPr lang="ko-KR" altLang="en-US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93" name=""/>
          <p:cNvSpPr/>
          <p:nvPr/>
        </p:nvSpPr>
        <p:spPr>
          <a:xfrm>
            <a:off x="2058458" y="2270125"/>
            <a:ext cx="2513402" cy="1630612"/>
          </a:xfrm>
          <a:prstGeom prst="rect">
            <a:avLst/>
          </a:prstGeom>
          <a:solidFill>
            <a:schemeClr val="lt1"/>
          </a:solidFill>
          <a:ln w="19050" cap="flat" cmpd="sng" algn="ctr">
            <a:solidFill>
              <a:srgbClr val="69d8ad"/>
            </a:solidFill>
            <a:prstDash val="solid"/>
            <a:round/>
            <a:headEnd w="med" len="med"/>
            <a:tailEnd w="med" len="med"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금주 특가 상품</a:t>
            </a: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en-US" altLang="ko-KR">
              <a:solidFill>
                <a:schemeClr val="dk1"/>
              </a:solidFill>
            </a:endParaRPr>
          </a:p>
        </p:txBody>
      </p:sp>
      <p:sp>
        <p:nvSpPr>
          <p:cNvPr id="94" name=""/>
          <p:cNvSpPr/>
          <p:nvPr/>
        </p:nvSpPr>
        <p:spPr>
          <a:xfrm>
            <a:off x="2058458" y="4222957"/>
            <a:ext cx="2513402" cy="142952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69d8ad">
                <a:alpha val="100000"/>
              </a:srgbClr>
            </a:solidFill>
            <a:prstDash val="solid"/>
            <a:round/>
            <a:headEnd w="med" len="med"/>
            <a:tailEnd w="med" len="me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금주 히트 상품</a:t>
            </a: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Calibri"/>
              </a:rPr>
              <a:t>~~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95" name="타원 83"/>
          <p:cNvSpPr/>
          <p:nvPr/>
        </p:nvSpPr>
        <p:spPr>
          <a:xfrm>
            <a:off x="2045527" y="2155521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ko-KR" altLang="en-US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97" name="타원 83"/>
          <p:cNvSpPr/>
          <p:nvPr/>
        </p:nvSpPr>
        <p:spPr>
          <a:xfrm>
            <a:off x="1987020" y="415151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99" name=""/>
          <p:cNvSpPr/>
          <p:nvPr/>
        </p:nvSpPr>
        <p:spPr>
          <a:xfrm>
            <a:off x="5073344" y="1298271"/>
            <a:ext cx="2689530" cy="2401382"/>
          </a:xfrm>
          <a:prstGeom prst="rect">
            <a:avLst/>
          </a:prstGeom>
          <a:solidFill>
            <a:schemeClr val="lt1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00" name=""/>
          <p:cNvSpPr/>
          <p:nvPr/>
        </p:nvSpPr>
        <p:spPr>
          <a:xfrm>
            <a:off x="5302250" y="1493942"/>
            <a:ext cx="988859" cy="80626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altLang="ko-KR">
                <a:solidFill>
                  <a:schemeClr val="dk1"/>
                </a:solidFill>
              </a:rPr>
              <a:t>1</a:t>
            </a:r>
            <a:endParaRPr lang="en-US" altLang="ko-KR">
              <a:solidFill>
                <a:schemeClr val="dk1"/>
              </a:solidFill>
            </a:endParaRPr>
          </a:p>
        </p:txBody>
      </p:sp>
      <p:sp>
        <p:nvSpPr>
          <p:cNvPr id="101" name=""/>
          <p:cNvSpPr/>
          <p:nvPr/>
        </p:nvSpPr>
        <p:spPr>
          <a:xfrm>
            <a:off x="5302250" y="2622731"/>
            <a:ext cx="988859" cy="80626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3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02" name=""/>
          <p:cNvSpPr/>
          <p:nvPr/>
        </p:nvSpPr>
        <p:spPr>
          <a:xfrm>
            <a:off x="6595909" y="2622731"/>
            <a:ext cx="988859" cy="80626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4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03" name=""/>
          <p:cNvSpPr/>
          <p:nvPr/>
        </p:nvSpPr>
        <p:spPr>
          <a:xfrm>
            <a:off x="6595909" y="1493942"/>
            <a:ext cx="988859" cy="80626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2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cxnSp>
        <p:nvCxnSpPr>
          <p:cNvPr id="104" name="연결선: 꺾임 72"/>
          <p:cNvCxnSpPr/>
          <p:nvPr/>
        </p:nvCxnSpPr>
        <p:spPr>
          <a:xfrm rot="5400000" flipH="1" flipV="1">
            <a:off x="4496220" y="3634534"/>
            <a:ext cx="848350" cy="763709"/>
          </a:xfrm>
          <a:prstGeom prst="straightConnector1">
            <a:avLst/>
          </a:prstGeom>
          <a:noFill/>
          <a:ln w="12700" cap="flat" cmpd="sng" algn="ctr">
            <a:solidFill>
              <a:srgbClr val="ff0000">
                <a:alpha val="100000"/>
              </a:srgbClr>
            </a:solidFill>
            <a:prstDash val="solid"/>
            <a:tailEnd type="triangle"/>
          </a:ln>
        </p:spPr>
      </p:cxnSp>
      <p:sp>
        <p:nvSpPr>
          <p:cNvPr id="105" name="타원 83"/>
          <p:cNvSpPr/>
          <p:nvPr/>
        </p:nvSpPr>
        <p:spPr>
          <a:xfrm>
            <a:off x="1810448" y="582544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cxnSp>
        <p:nvCxnSpPr>
          <p:cNvPr id="106" name="연결선: 꺾임 72"/>
          <p:cNvCxnSpPr>
            <a:endCxn id="107" idx="1"/>
          </p:cNvCxnSpPr>
          <p:nvPr/>
        </p:nvCxnSpPr>
        <p:spPr>
          <a:xfrm flipV="1">
            <a:off x="4025572" y="5213612"/>
            <a:ext cx="1047772" cy="572458"/>
          </a:xfrm>
          <a:prstGeom prst="straightConnector1">
            <a:avLst/>
          </a:prstGeom>
          <a:noFill/>
          <a:ln w="12700" cap="flat" cmpd="sng" algn="ctr">
            <a:solidFill>
              <a:srgbClr val="ff0000">
                <a:alpha val="100000"/>
              </a:srgbClr>
            </a:solidFill>
            <a:prstDash val="solid"/>
            <a:tailEnd type="triangle"/>
          </a:ln>
        </p:spPr>
      </p:cxnSp>
      <p:sp>
        <p:nvSpPr>
          <p:cNvPr id="107" name=""/>
          <p:cNvSpPr/>
          <p:nvPr/>
        </p:nvSpPr>
        <p:spPr>
          <a:xfrm>
            <a:off x="5073344" y="4151518"/>
            <a:ext cx="2689530" cy="212418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회사 소개글</a:t>
            </a:r>
            <a:endParaRPr lang="ko-KR" altLang="en-US">
              <a:solidFill>
                <a:schemeClr val="dk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04.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상품 목록 화면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4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1881887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51" name="타원 50"/>
          <p:cNvSpPr/>
          <p:nvPr/>
        </p:nvSpPr>
        <p:spPr>
          <a:xfrm>
            <a:off x="2715106" y="1268760"/>
            <a:ext cx="1239708" cy="628317"/>
          </a:xfrm>
          <a:prstGeom prst="ellips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>
                <a:solidFill>
                  <a:schemeClr val="tx1"/>
                </a:solidFill>
              </a:rPr>
              <a:t>로고</a:t>
            </a:r>
            <a:endParaRPr lang="ko-KR" altLang="en-US" sz="900">
              <a:solidFill>
                <a:schemeClr val="tx1"/>
              </a:solidFill>
            </a:endParaRPr>
          </a:p>
        </p:txBody>
      </p:sp>
      <p:cxnSp>
        <p:nvCxnSpPr>
          <p:cNvPr id="71" name="직선 연결선 70"/>
          <p:cNvCxnSpPr/>
          <p:nvPr/>
        </p:nvCxnSpPr>
        <p:spPr>
          <a:xfrm>
            <a:off x="1892449" y="2052077"/>
            <a:ext cx="2970562" cy="8771"/>
          </a:xfrm>
          <a:prstGeom prst="line">
            <a:avLst/>
          </a:prstGeom>
          <a:ln w="0"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연결선 71"/>
          <p:cNvCxnSpPr/>
          <p:nvPr/>
        </p:nvCxnSpPr>
        <p:spPr>
          <a:xfrm>
            <a:off x="1881886" y="4021873"/>
            <a:ext cx="2981125" cy="0"/>
          </a:xfrm>
          <a:prstGeom prst="line">
            <a:avLst/>
          </a:prstGeom>
          <a:ln w="0"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연결선: 꺾임 72"/>
          <p:cNvCxnSpPr/>
          <p:nvPr/>
        </p:nvCxnSpPr>
        <p:spPr>
          <a:xfrm>
            <a:off x="4571860" y="3136505"/>
            <a:ext cx="501484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"/>
          <p:cNvSpPr/>
          <p:nvPr/>
        </p:nvSpPr>
        <p:spPr>
          <a:xfrm>
            <a:off x="1892449" y="5825449"/>
            <a:ext cx="2898228" cy="450256"/>
          </a:xfrm>
          <a:prstGeom prst="rect">
            <a:avLst/>
          </a:prstGeom>
          <a:solidFill>
            <a:schemeClr val="lt1"/>
          </a:solidFill>
          <a:ln>
            <a:solidFill>
              <a:srgbClr val="9be5c8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92" name=""/>
          <p:cNvGraphicFramePr>
            <a:graphicFrameLocks noGrp="1"/>
          </p:cNvGraphicFramePr>
          <p:nvPr/>
        </p:nvGraphicFramePr>
        <p:xfrm>
          <a:off x="1881886" y="5825450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홈</a:t>
                      </a:r>
                      <a:endParaRPr lang="en-US" altLang="ko-KR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상품</a:t>
                      </a:r>
                      <a:endParaRPr lang="ko-KR" altLang="en-US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검색</a:t>
                      </a:r>
                      <a:endParaRPr lang="ko-KR" altLang="en-US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마이</a:t>
                      </a:r>
                      <a:endParaRPr lang="ko-KR" altLang="en-US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93" name=""/>
          <p:cNvSpPr/>
          <p:nvPr/>
        </p:nvSpPr>
        <p:spPr>
          <a:xfrm>
            <a:off x="2058458" y="2498963"/>
            <a:ext cx="2513402" cy="1401775"/>
          </a:xfrm>
          <a:prstGeom prst="rect">
            <a:avLst/>
          </a:prstGeom>
          <a:solidFill>
            <a:schemeClr val="lt1"/>
          </a:solidFill>
          <a:ln w="19050" cap="flat" cmpd="sng" algn="ctr">
            <a:solidFill>
              <a:srgbClr val="69d8ad"/>
            </a:solidFill>
            <a:prstDash val="solid"/>
            <a:round/>
            <a:headEnd w="med" len="med"/>
            <a:tailEnd w="med" len="med"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금주 특가 상품</a:t>
            </a: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en-US" altLang="ko-KR">
              <a:solidFill>
                <a:schemeClr val="dk1"/>
              </a:solidFill>
            </a:endParaRPr>
          </a:p>
        </p:txBody>
      </p:sp>
      <p:sp>
        <p:nvSpPr>
          <p:cNvPr id="94" name=""/>
          <p:cNvSpPr/>
          <p:nvPr/>
        </p:nvSpPr>
        <p:spPr>
          <a:xfrm>
            <a:off x="2058458" y="4222957"/>
            <a:ext cx="2513402" cy="142952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69d8ad">
                <a:alpha val="100000"/>
              </a:srgbClr>
            </a:solidFill>
            <a:prstDash val="solid"/>
            <a:round/>
            <a:headEnd w="med" len="med"/>
            <a:tailEnd w="med" len="me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상품 리스트</a:t>
            </a: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95" name="타원 83"/>
          <p:cNvSpPr/>
          <p:nvPr/>
        </p:nvSpPr>
        <p:spPr>
          <a:xfrm>
            <a:off x="2045527" y="2422221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97" name="타원 83"/>
          <p:cNvSpPr/>
          <p:nvPr/>
        </p:nvSpPr>
        <p:spPr>
          <a:xfrm>
            <a:off x="1987020" y="415151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99" name=""/>
          <p:cNvSpPr/>
          <p:nvPr/>
        </p:nvSpPr>
        <p:spPr>
          <a:xfrm>
            <a:off x="5073344" y="1298271"/>
            <a:ext cx="2689530" cy="2401382"/>
          </a:xfrm>
          <a:prstGeom prst="rect">
            <a:avLst/>
          </a:prstGeom>
          <a:solidFill>
            <a:schemeClr val="lt1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00" name=""/>
          <p:cNvSpPr/>
          <p:nvPr/>
        </p:nvSpPr>
        <p:spPr>
          <a:xfrm>
            <a:off x="5302250" y="1493942"/>
            <a:ext cx="988859" cy="80626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altLang="ko-KR">
                <a:solidFill>
                  <a:schemeClr val="dk1"/>
                </a:solidFill>
              </a:rPr>
              <a:t>1</a:t>
            </a:r>
            <a:endParaRPr lang="en-US" altLang="ko-KR">
              <a:solidFill>
                <a:schemeClr val="dk1"/>
              </a:solidFill>
            </a:endParaRPr>
          </a:p>
        </p:txBody>
      </p:sp>
      <p:sp>
        <p:nvSpPr>
          <p:cNvPr id="101" name=""/>
          <p:cNvSpPr/>
          <p:nvPr/>
        </p:nvSpPr>
        <p:spPr>
          <a:xfrm>
            <a:off x="5302250" y="2622731"/>
            <a:ext cx="988859" cy="80626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3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02" name=""/>
          <p:cNvSpPr/>
          <p:nvPr/>
        </p:nvSpPr>
        <p:spPr>
          <a:xfrm>
            <a:off x="6595909" y="2622731"/>
            <a:ext cx="988859" cy="80626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4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03" name=""/>
          <p:cNvSpPr/>
          <p:nvPr/>
        </p:nvSpPr>
        <p:spPr>
          <a:xfrm>
            <a:off x="6595909" y="1493942"/>
            <a:ext cx="988859" cy="80626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2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05" name="타원 83"/>
          <p:cNvSpPr/>
          <p:nvPr/>
        </p:nvSpPr>
        <p:spPr>
          <a:xfrm>
            <a:off x="1810448" y="582544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318669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전체 상품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관리자가 설정한 특가상품 상위노출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나머지 상품 가나다순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홈으로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상품목록으로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 검색으로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마이페이지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5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05.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상품 상세 화면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5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472186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51" name="타원 50"/>
          <p:cNvSpPr/>
          <p:nvPr/>
        </p:nvSpPr>
        <p:spPr>
          <a:xfrm>
            <a:off x="1305405" y="1268760"/>
            <a:ext cx="1239708" cy="628317"/>
          </a:xfrm>
          <a:prstGeom prst="ellips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>
                <a:solidFill>
                  <a:schemeClr val="tx1"/>
                </a:solidFill>
              </a:rPr>
              <a:t>로고</a:t>
            </a:r>
            <a:endParaRPr lang="ko-KR" altLang="en-US" sz="900">
              <a:solidFill>
                <a:schemeClr val="tx1"/>
              </a:solidFill>
            </a:endParaRPr>
          </a:p>
        </p:txBody>
      </p:sp>
      <p:cxnSp>
        <p:nvCxnSpPr>
          <p:cNvPr id="73" name="연결선: 꺾임 72"/>
          <p:cNvCxnSpPr/>
          <p:nvPr/>
        </p:nvCxnSpPr>
        <p:spPr>
          <a:xfrm rot="5400000" flipH="1" flipV="1">
            <a:off x="2627815" y="4112464"/>
            <a:ext cx="1850629" cy="69325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500455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선택한 상품 상세내용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 이름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 대표이미지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평점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찜 할수있는 버튼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각 탭을 보여주는 버튼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-&gt;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하단 탭 변경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5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상품의 수량을 결정하여 장바구니에 담기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수량변경은 화살표 모양 버튼 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가격도 같이 변경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)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6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상품의 보관방법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유의 사항의 설명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7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다음 페이지에서 설명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108" name=""/>
          <p:cNvSpPr/>
          <p:nvPr/>
        </p:nvSpPr>
        <p:spPr>
          <a:xfrm>
            <a:off x="652462" y="1392418"/>
            <a:ext cx="476250" cy="381000"/>
          </a:xfrm>
          <a:prstGeom prst="rect">
            <a:avLst/>
          </a:prstGeom>
          <a:solidFill>
            <a:schemeClr val="lt1"/>
          </a:solidFill>
          <a:ln w="127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cxnSp>
        <p:nvCxnSpPr>
          <p:cNvPr id="109" name=""/>
          <p:cNvCxnSpPr/>
          <p:nvPr/>
        </p:nvCxnSpPr>
        <p:spPr>
          <a:xfrm rot="10800000">
            <a:off x="692298" y="1582918"/>
            <a:ext cx="407838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"/>
          <p:cNvSpPr txBox="1"/>
          <p:nvPr/>
        </p:nvSpPr>
        <p:spPr>
          <a:xfrm>
            <a:off x="472186" y="2032118"/>
            <a:ext cx="2898228" cy="284783"/>
          </a:xfrm>
          <a:prstGeom prst="rect">
            <a:avLst/>
          </a:prstGeom>
        </p:spPr>
        <p:txBody>
          <a:bodyPr wrap="square">
            <a:spAutoFit/>
          </a:bodyPr>
          <a:p>
            <a:pPr algn="ctr">
              <a:defRPr/>
            </a:pPr>
            <a:r>
              <a:rPr lang="ko-KR" altLang="en-US" sz="1300"/>
              <a:t>상품 이름</a:t>
            </a:r>
            <a:endParaRPr lang="ko-KR" altLang="en-US" sz="1300"/>
          </a:p>
        </p:txBody>
      </p:sp>
      <p:sp>
        <p:nvSpPr>
          <p:cNvPr id="111" name=""/>
          <p:cNvSpPr/>
          <p:nvPr/>
        </p:nvSpPr>
        <p:spPr>
          <a:xfrm>
            <a:off x="636092" y="2426892"/>
            <a:ext cx="2570416" cy="141922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500">
                <a:solidFill>
                  <a:schemeClr val="dk1"/>
                </a:solidFill>
              </a:rPr>
              <a:t>상품 대표 이미지</a:t>
            </a:r>
            <a:endParaRPr lang="ko-KR" altLang="en-US" sz="1500">
              <a:solidFill>
                <a:schemeClr val="dk1"/>
              </a:solidFill>
            </a:endParaRPr>
          </a:p>
        </p:txBody>
      </p:sp>
      <p:sp>
        <p:nvSpPr>
          <p:cNvPr id="112" name="타원 83"/>
          <p:cNvSpPr/>
          <p:nvPr/>
        </p:nvSpPr>
        <p:spPr>
          <a:xfrm>
            <a:off x="1454977" y="203211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13" name="타원 83"/>
          <p:cNvSpPr/>
          <p:nvPr/>
        </p:nvSpPr>
        <p:spPr>
          <a:xfrm>
            <a:off x="581024" y="2355454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14" name=""/>
          <p:cNvSpPr/>
          <p:nvPr/>
        </p:nvSpPr>
        <p:spPr>
          <a:xfrm>
            <a:off x="1328480" y="4055387"/>
            <a:ext cx="1090136" cy="50982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평점</a:t>
            </a:r>
            <a:endParaRPr lang="ko-KR" altLang="en-US" sz="1000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찜하기 </a:t>
            </a:r>
            <a:r>
              <a:rPr lang="en-US" altLang="ko-KR" sz="1000">
                <a:solidFill>
                  <a:schemeClr val="dk1"/>
                </a:solidFill>
              </a:rPr>
              <a:t>(</a:t>
            </a:r>
            <a:r>
              <a:rPr lang="ko-KR" altLang="en-US" sz="1000">
                <a:solidFill>
                  <a:schemeClr val="dk1"/>
                </a:solidFill>
              </a:rPr>
              <a:t>하트</a:t>
            </a:r>
            <a:r>
              <a:rPr lang="en-US" altLang="ko-KR" sz="1000">
                <a:solidFill>
                  <a:schemeClr val="dk1"/>
                </a:solidFill>
              </a:rPr>
              <a:t>)</a:t>
            </a:r>
            <a:endParaRPr lang="en-US" altLang="ko-KR" sz="1000">
              <a:solidFill>
                <a:schemeClr val="dk1"/>
              </a:solidFill>
            </a:endParaRPr>
          </a:p>
        </p:txBody>
      </p:sp>
      <p:sp>
        <p:nvSpPr>
          <p:cNvPr id="115" name="타원 83"/>
          <p:cNvSpPr/>
          <p:nvPr/>
        </p:nvSpPr>
        <p:spPr>
          <a:xfrm>
            <a:off x="1328480" y="4017287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16" name=""/>
          <p:cNvSpPr/>
          <p:nvPr/>
        </p:nvSpPr>
        <p:spPr>
          <a:xfrm>
            <a:off x="581024" y="4752975"/>
            <a:ext cx="818893" cy="33337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주문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117" name=""/>
          <p:cNvSpPr/>
          <p:nvPr/>
        </p:nvSpPr>
        <p:spPr>
          <a:xfrm>
            <a:off x="1399917" y="4752975"/>
            <a:ext cx="904158" cy="33337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정보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18" name=""/>
          <p:cNvSpPr/>
          <p:nvPr/>
        </p:nvSpPr>
        <p:spPr>
          <a:xfrm>
            <a:off x="2304076" y="4752975"/>
            <a:ext cx="902432" cy="33337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리뷰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19" name="타원 83"/>
          <p:cNvSpPr/>
          <p:nvPr/>
        </p:nvSpPr>
        <p:spPr>
          <a:xfrm>
            <a:off x="549422" y="4681537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20" name=""/>
          <p:cNvSpPr/>
          <p:nvPr/>
        </p:nvSpPr>
        <p:spPr>
          <a:xfrm>
            <a:off x="581024" y="5086350"/>
            <a:ext cx="2625484" cy="104775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탭</a:t>
            </a: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21" name=""/>
          <p:cNvSpPr/>
          <p:nvPr/>
        </p:nvSpPr>
        <p:spPr>
          <a:xfrm>
            <a:off x="4024313" y="1123603"/>
            <a:ext cx="3544032" cy="159334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25" name=""/>
          <p:cNvSpPr/>
          <p:nvPr/>
        </p:nvSpPr>
        <p:spPr>
          <a:xfrm>
            <a:off x="4214812" y="1359164"/>
            <a:ext cx="3081337" cy="47123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26" name="타원 83"/>
          <p:cNvSpPr/>
          <p:nvPr/>
        </p:nvSpPr>
        <p:spPr>
          <a:xfrm>
            <a:off x="3952875" y="1052165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5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28" name=""/>
          <p:cNvSpPr/>
          <p:nvPr/>
        </p:nvSpPr>
        <p:spPr>
          <a:xfrm>
            <a:off x="4329112" y="1447228"/>
            <a:ext cx="1066800" cy="31415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상품개수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129" name=""/>
          <p:cNvSpPr/>
          <p:nvPr/>
        </p:nvSpPr>
        <p:spPr>
          <a:xfrm>
            <a:off x="6096000" y="1447228"/>
            <a:ext cx="1066800" cy="31415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1(</a:t>
            </a: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 수량변경</a:t>
            </a: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)</a:t>
            </a:r>
            <a:endPara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30" name=""/>
          <p:cNvSpPr/>
          <p:nvPr/>
        </p:nvSpPr>
        <p:spPr>
          <a:xfrm>
            <a:off x="4214812" y="2281862"/>
            <a:ext cx="3081337" cy="29005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400">
                <a:solidFill>
                  <a:schemeClr val="dk1"/>
                </a:solidFill>
              </a:rPr>
              <a:t>장바구니 담기</a:t>
            </a:r>
            <a:endParaRPr lang="ko-KR" altLang="en-US" sz="1400">
              <a:solidFill>
                <a:schemeClr val="dk1"/>
              </a:solidFill>
            </a:endParaRPr>
          </a:p>
        </p:txBody>
      </p:sp>
      <p:sp>
        <p:nvSpPr>
          <p:cNvPr id="137" name=""/>
          <p:cNvSpPr/>
          <p:nvPr/>
        </p:nvSpPr>
        <p:spPr>
          <a:xfrm>
            <a:off x="4027061" y="2895663"/>
            <a:ext cx="3544032" cy="159334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38" name=""/>
          <p:cNvSpPr/>
          <p:nvPr/>
        </p:nvSpPr>
        <p:spPr>
          <a:xfrm>
            <a:off x="4217560" y="3040820"/>
            <a:ext cx="3081337" cy="47123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39" name="타원 83"/>
          <p:cNvSpPr/>
          <p:nvPr/>
        </p:nvSpPr>
        <p:spPr>
          <a:xfrm>
            <a:off x="3955623" y="2824225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6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40" name=""/>
          <p:cNvSpPr/>
          <p:nvPr/>
        </p:nvSpPr>
        <p:spPr>
          <a:xfrm>
            <a:off x="4291012" y="3114842"/>
            <a:ext cx="1066800" cy="31415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보관방법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41" name=""/>
          <p:cNvSpPr/>
          <p:nvPr/>
        </p:nvSpPr>
        <p:spPr>
          <a:xfrm>
            <a:off x="6162675" y="3114842"/>
            <a:ext cx="1066800" cy="31415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설명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55" name=""/>
          <p:cNvSpPr/>
          <p:nvPr/>
        </p:nvSpPr>
        <p:spPr>
          <a:xfrm>
            <a:off x="4217560" y="3781668"/>
            <a:ext cx="3081337" cy="47123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56" name=""/>
          <p:cNvSpPr/>
          <p:nvPr/>
        </p:nvSpPr>
        <p:spPr>
          <a:xfrm>
            <a:off x="4291012" y="3846005"/>
            <a:ext cx="1066800" cy="31415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유의사항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57" name=""/>
          <p:cNvSpPr/>
          <p:nvPr/>
        </p:nvSpPr>
        <p:spPr>
          <a:xfrm>
            <a:off x="6162675" y="3860208"/>
            <a:ext cx="1066800" cy="31415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설명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58" name=""/>
          <p:cNvSpPr/>
          <p:nvPr/>
        </p:nvSpPr>
        <p:spPr>
          <a:xfrm>
            <a:off x="4024313" y="4681537"/>
            <a:ext cx="3544032" cy="159334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리뷰</a:t>
            </a: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59" name="타원 83"/>
          <p:cNvSpPr/>
          <p:nvPr/>
        </p:nvSpPr>
        <p:spPr>
          <a:xfrm>
            <a:off x="4024313" y="4565211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7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60" name=""/>
          <p:cNvSpPr/>
          <p:nvPr/>
        </p:nvSpPr>
        <p:spPr>
          <a:xfrm>
            <a:off x="5755480" y="1920276"/>
            <a:ext cx="1543417" cy="25471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가격</a:t>
            </a:r>
            <a:endParaRPr lang="ko-KR" altLang="en-US" sz="1300">
              <a:solidFill>
                <a:schemeClr val="dk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6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06.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상품 상세 화면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리뷰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6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472186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51" name="타원 50"/>
          <p:cNvSpPr/>
          <p:nvPr/>
        </p:nvSpPr>
        <p:spPr>
          <a:xfrm>
            <a:off x="1305405" y="1268760"/>
            <a:ext cx="1239708" cy="628317"/>
          </a:xfrm>
          <a:prstGeom prst="ellips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>
                <a:solidFill>
                  <a:schemeClr val="tx1"/>
                </a:solidFill>
              </a:rPr>
              <a:t>로고</a:t>
            </a:r>
            <a:endParaRPr lang="ko-KR" altLang="en-US" sz="900">
              <a:solidFill>
                <a:schemeClr val="tx1"/>
              </a:solidFill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345892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선택한 상품 상세내용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7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탭 선택시 리뷰목록들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8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총 별점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9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글 상자의 내용으로 리뷰 작성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10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리뷰목록들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108" name=""/>
          <p:cNvSpPr/>
          <p:nvPr/>
        </p:nvSpPr>
        <p:spPr>
          <a:xfrm>
            <a:off x="652462" y="1392418"/>
            <a:ext cx="476250" cy="381000"/>
          </a:xfrm>
          <a:prstGeom prst="rect">
            <a:avLst/>
          </a:prstGeom>
          <a:solidFill>
            <a:schemeClr val="lt1"/>
          </a:solidFill>
          <a:ln w="127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cxnSp>
        <p:nvCxnSpPr>
          <p:cNvPr id="109" name=""/>
          <p:cNvCxnSpPr/>
          <p:nvPr/>
        </p:nvCxnSpPr>
        <p:spPr>
          <a:xfrm rot="10800000">
            <a:off x="692298" y="1582918"/>
            <a:ext cx="407838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"/>
          <p:cNvSpPr txBox="1"/>
          <p:nvPr/>
        </p:nvSpPr>
        <p:spPr>
          <a:xfrm>
            <a:off x="472186" y="2032118"/>
            <a:ext cx="2898228" cy="284783"/>
          </a:xfrm>
          <a:prstGeom prst="rect">
            <a:avLst/>
          </a:prstGeom>
        </p:spPr>
        <p:txBody>
          <a:bodyPr wrap="square">
            <a:spAutoFit/>
          </a:bodyPr>
          <a:p>
            <a:pPr algn="ctr">
              <a:defRPr/>
            </a:pPr>
            <a:r>
              <a:rPr lang="ko-KR" altLang="en-US" sz="1300"/>
              <a:t>상품 이름</a:t>
            </a:r>
            <a:endParaRPr lang="ko-KR" altLang="en-US" sz="1300"/>
          </a:p>
        </p:txBody>
      </p:sp>
      <p:sp>
        <p:nvSpPr>
          <p:cNvPr id="111" name=""/>
          <p:cNvSpPr/>
          <p:nvPr/>
        </p:nvSpPr>
        <p:spPr>
          <a:xfrm>
            <a:off x="636092" y="2426892"/>
            <a:ext cx="2570416" cy="141922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500">
                <a:solidFill>
                  <a:schemeClr val="dk1"/>
                </a:solidFill>
              </a:rPr>
              <a:t>상품 대표 이미지</a:t>
            </a:r>
            <a:endParaRPr lang="ko-KR" altLang="en-US" sz="1500">
              <a:solidFill>
                <a:schemeClr val="dk1"/>
              </a:solidFill>
            </a:endParaRPr>
          </a:p>
        </p:txBody>
      </p:sp>
      <p:sp>
        <p:nvSpPr>
          <p:cNvPr id="112" name="타원 83"/>
          <p:cNvSpPr/>
          <p:nvPr/>
        </p:nvSpPr>
        <p:spPr>
          <a:xfrm>
            <a:off x="1454977" y="203211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13" name="타원 83"/>
          <p:cNvSpPr/>
          <p:nvPr/>
        </p:nvSpPr>
        <p:spPr>
          <a:xfrm>
            <a:off x="581024" y="2355454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14" name=""/>
          <p:cNvSpPr/>
          <p:nvPr/>
        </p:nvSpPr>
        <p:spPr>
          <a:xfrm>
            <a:off x="1328480" y="4055387"/>
            <a:ext cx="1090136" cy="50982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평점</a:t>
            </a:r>
            <a:endParaRPr lang="ko-KR" altLang="en-US" sz="1000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찜하기 </a:t>
            </a:r>
            <a:r>
              <a:rPr lang="en-US" altLang="ko-KR" sz="1000">
                <a:solidFill>
                  <a:schemeClr val="dk1"/>
                </a:solidFill>
              </a:rPr>
              <a:t>(</a:t>
            </a:r>
            <a:r>
              <a:rPr lang="ko-KR" altLang="en-US" sz="1000">
                <a:solidFill>
                  <a:schemeClr val="dk1"/>
                </a:solidFill>
              </a:rPr>
              <a:t>하트</a:t>
            </a:r>
            <a:r>
              <a:rPr lang="en-US" altLang="ko-KR" sz="1000">
                <a:solidFill>
                  <a:schemeClr val="dk1"/>
                </a:solidFill>
              </a:rPr>
              <a:t>)</a:t>
            </a:r>
            <a:endParaRPr lang="en-US" altLang="ko-KR" sz="1000">
              <a:solidFill>
                <a:schemeClr val="dk1"/>
              </a:solidFill>
            </a:endParaRPr>
          </a:p>
        </p:txBody>
      </p:sp>
      <p:sp>
        <p:nvSpPr>
          <p:cNvPr id="115" name="타원 83"/>
          <p:cNvSpPr/>
          <p:nvPr/>
        </p:nvSpPr>
        <p:spPr>
          <a:xfrm>
            <a:off x="1328480" y="4017287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16" name=""/>
          <p:cNvSpPr/>
          <p:nvPr/>
        </p:nvSpPr>
        <p:spPr>
          <a:xfrm>
            <a:off x="581024" y="4752975"/>
            <a:ext cx="818893" cy="33337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주문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117" name=""/>
          <p:cNvSpPr/>
          <p:nvPr/>
        </p:nvSpPr>
        <p:spPr>
          <a:xfrm>
            <a:off x="1399917" y="4752975"/>
            <a:ext cx="904158" cy="33337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정보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18" name=""/>
          <p:cNvSpPr/>
          <p:nvPr/>
        </p:nvSpPr>
        <p:spPr>
          <a:xfrm>
            <a:off x="2304076" y="4752975"/>
            <a:ext cx="902432" cy="33337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리뷰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19" name="타원 83"/>
          <p:cNvSpPr/>
          <p:nvPr/>
        </p:nvSpPr>
        <p:spPr>
          <a:xfrm>
            <a:off x="549422" y="4681537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20" name=""/>
          <p:cNvSpPr/>
          <p:nvPr/>
        </p:nvSpPr>
        <p:spPr>
          <a:xfrm>
            <a:off x="581024" y="5086350"/>
            <a:ext cx="2625484" cy="104775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탭</a:t>
            </a: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60" name=""/>
          <p:cNvSpPr/>
          <p:nvPr/>
        </p:nvSpPr>
        <p:spPr>
          <a:xfrm>
            <a:off x="3899755" y="1123603"/>
            <a:ext cx="3643671" cy="5152103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61" name=""/>
          <p:cNvSpPr/>
          <p:nvPr/>
        </p:nvSpPr>
        <p:spPr>
          <a:xfrm>
            <a:off x="4206199" y="1392418"/>
            <a:ext cx="2961262" cy="91440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62" name="타원 83"/>
          <p:cNvSpPr/>
          <p:nvPr/>
        </p:nvSpPr>
        <p:spPr>
          <a:xfrm>
            <a:off x="3828317" y="1052165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7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63" name=""/>
          <p:cNvSpPr/>
          <p:nvPr/>
        </p:nvSpPr>
        <p:spPr>
          <a:xfrm>
            <a:off x="5305627" y="1601281"/>
            <a:ext cx="790372" cy="591591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별</a:t>
            </a: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en-US" altLang="ko-KR">
                <a:solidFill>
                  <a:schemeClr val="dk1"/>
                </a:solidFill>
              </a:rPr>
              <a:t>4.5</a:t>
            </a:r>
            <a:endParaRPr lang="en-US" altLang="ko-KR">
              <a:solidFill>
                <a:schemeClr val="dk1"/>
              </a:solidFill>
            </a:endParaRPr>
          </a:p>
        </p:txBody>
      </p:sp>
      <p:sp>
        <p:nvSpPr>
          <p:cNvPr id="164" name=""/>
          <p:cNvSpPr/>
          <p:nvPr/>
        </p:nvSpPr>
        <p:spPr>
          <a:xfrm>
            <a:off x="4206199" y="2498330"/>
            <a:ext cx="2961262" cy="120132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글 상자</a:t>
            </a: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65" name="타원 83"/>
          <p:cNvSpPr/>
          <p:nvPr/>
        </p:nvSpPr>
        <p:spPr>
          <a:xfrm>
            <a:off x="4134761" y="139241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8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66" name="타원 83"/>
          <p:cNvSpPr/>
          <p:nvPr/>
        </p:nvSpPr>
        <p:spPr>
          <a:xfrm>
            <a:off x="6516011" y="377467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9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67" name=""/>
          <p:cNvSpPr/>
          <p:nvPr/>
        </p:nvSpPr>
        <p:spPr>
          <a:xfrm>
            <a:off x="6587449" y="3861537"/>
            <a:ext cx="580012" cy="254912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작성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168" name=""/>
          <p:cNvSpPr/>
          <p:nvPr/>
        </p:nvSpPr>
        <p:spPr>
          <a:xfrm>
            <a:off x="4206199" y="4310299"/>
            <a:ext cx="2961262" cy="181785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69" name=""/>
          <p:cNvSpPr/>
          <p:nvPr/>
        </p:nvSpPr>
        <p:spPr>
          <a:xfrm>
            <a:off x="4391988" y="4681537"/>
            <a:ext cx="2589684" cy="1299926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70" name=""/>
          <p:cNvSpPr/>
          <p:nvPr/>
        </p:nvSpPr>
        <p:spPr>
          <a:xfrm>
            <a:off x="4530455" y="5086350"/>
            <a:ext cx="2347000" cy="76949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리뷰내용</a:t>
            </a: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71" name=""/>
          <p:cNvSpPr/>
          <p:nvPr/>
        </p:nvSpPr>
        <p:spPr>
          <a:xfrm>
            <a:off x="4530455" y="4752975"/>
            <a:ext cx="962632" cy="26193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작성자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172" name=""/>
          <p:cNvSpPr/>
          <p:nvPr/>
        </p:nvSpPr>
        <p:spPr>
          <a:xfrm>
            <a:off x="6030058" y="4752975"/>
            <a:ext cx="847397" cy="26193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평점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173" name="타원 83"/>
          <p:cNvSpPr/>
          <p:nvPr/>
        </p:nvSpPr>
        <p:spPr>
          <a:xfrm>
            <a:off x="4320550" y="4565211"/>
            <a:ext cx="209904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10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7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06-1.(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리뷰 작성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7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2225191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51" name="타원 50"/>
          <p:cNvSpPr/>
          <p:nvPr/>
        </p:nvSpPr>
        <p:spPr>
          <a:xfrm>
            <a:off x="3058410" y="1268760"/>
            <a:ext cx="1239708" cy="628317"/>
          </a:xfrm>
          <a:prstGeom prst="ellips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>
                <a:solidFill>
                  <a:schemeClr val="tx1"/>
                </a:solidFill>
              </a:rPr>
              <a:t>로고</a:t>
            </a:r>
            <a:endParaRPr lang="ko-KR" altLang="en-US" sz="900">
              <a:solidFill>
                <a:schemeClr val="tx1"/>
              </a:solidFill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397413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선택한 상품 상세내용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 이름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 이미지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평점 선택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기본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점 최대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5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점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)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내용 박스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5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파일 첨부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108" name=""/>
          <p:cNvSpPr/>
          <p:nvPr/>
        </p:nvSpPr>
        <p:spPr>
          <a:xfrm>
            <a:off x="2405467" y="1392418"/>
            <a:ext cx="476250" cy="381000"/>
          </a:xfrm>
          <a:prstGeom prst="rect">
            <a:avLst/>
          </a:prstGeom>
          <a:solidFill>
            <a:schemeClr val="lt1"/>
          </a:solidFill>
          <a:ln w="127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cxnSp>
        <p:nvCxnSpPr>
          <p:cNvPr id="109" name=""/>
          <p:cNvCxnSpPr/>
          <p:nvPr/>
        </p:nvCxnSpPr>
        <p:spPr>
          <a:xfrm rot="10800000">
            <a:off x="2445303" y="1582918"/>
            <a:ext cx="407838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"/>
          <p:cNvSpPr txBox="1"/>
          <p:nvPr/>
        </p:nvSpPr>
        <p:spPr>
          <a:xfrm>
            <a:off x="2225191" y="2032118"/>
            <a:ext cx="2898228" cy="284783"/>
          </a:xfrm>
          <a:prstGeom prst="rect">
            <a:avLst/>
          </a:prstGeom>
        </p:spPr>
        <p:txBody>
          <a:bodyPr wrap="square">
            <a:spAutoFit/>
          </a:bodyPr>
          <a:p>
            <a:pPr algn="ctr">
              <a:defRPr/>
            </a:pPr>
            <a:r>
              <a:rPr lang="ko-KR" altLang="en-US" sz="1300"/>
              <a:t>상품 이름</a:t>
            </a:r>
            <a:endParaRPr lang="ko-KR" altLang="en-US" sz="1300"/>
          </a:p>
        </p:txBody>
      </p:sp>
      <p:sp>
        <p:nvSpPr>
          <p:cNvPr id="111" name=""/>
          <p:cNvSpPr/>
          <p:nvPr/>
        </p:nvSpPr>
        <p:spPr>
          <a:xfrm>
            <a:off x="2389097" y="2426892"/>
            <a:ext cx="2570416" cy="141922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500">
                <a:solidFill>
                  <a:schemeClr val="dk1"/>
                </a:solidFill>
              </a:rPr>
              <a:t>상품 대표 이미지</a:t>
            </a:r>
            <a:endParaRPr lang="ko-KR" altLang="en-US" sz="1500">
              <a:solidFill>
                <a:schemeClr val="dk1"/>
              </a:solidFill>
            </a:endParaRPr>
          </a:p>
        </p:txBody>
      </p:sp>
      <p:sp>
        <p:nvSpPr>
          <p:cNvPr id="112" name="타원 83"/>
          <p:cNvSpPr/>
          <p:nvPr/>
        </p:nvSpPr>
        <p:spPr>
          <a:xfrm>
            <a:off x="3207982" y="203211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13" name="타원 83"/>
          <p:cNvSpPr/>
          <p:nvPr/>
        </p:nvSpPr>
        <p:spPr>
          <a:xfrm>
            <a:off x="2334029" y="2355454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14" name=""/>
          <p:cNvSpPr/>
          <p:nvPr/>
        </p:nvSpPr>
        <p:spPr>
          <a:xfrm>
            <a:off x="3081485" y="4055387"/>
            <a:ext cx="1090136" cy="50982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평점 선택</a:t>
            </a:r>
            <a:endParaRPr lang="ko-KR" altLang="en-US" sz="1000">
              <a:solidFill>
                <a:schemeClr val="dk1"/>
              </a:solidFill>
            </a:endParaRPr>
          </a:p>
        </p:txBody>
      </p:sp>
      <p:sp>
        <p:nvSpPr>
          <p:cNvPr id="115" name="타원 83"/>
          <p:cNvSpPr/>
          <p:nvPr/>
        </p:nvSpPr>
        <p:spPr>
          <a:xfrm>
            <a:off x="3081485" y="4017287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20" name=""/>
          <p:cNvSpPr/>
          <p:nvPr/>
        </p:nvSpPr>
        <p:spPr>
          <a:xfrm>
            <a:off x="2334029" y="4791630"/>
            <a:ext cx="2625484" cy="104775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내용 작성</a:t>
            </a: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74" name=""/>
          <p:cNvSpPr/>
          <p:nvPr/>
        </p:nvSpPr>
        <p:spPr>
          <a:xfrm>
            <a:off x="2334029" y="5839380"/>
            <a:ext cx="2625484" cy="324863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파일 첨부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175" name="타원 83"/>
          <p:cNvSpPr/>
          <p:nvPr/>
        </p:nvSpPr>
        <p:spPr>
          <a:xfrm>
            <a:off x="2317659" y="4791630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76" name="타원 83"/>
          <p:cNvSpPr/>
          <p:nvPr/>
        </p:nvSpPr>
        <p:spPr>
          <a:xfrm>
            <a:off x="2246221" y="5767942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5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8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07.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장바구니 화면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7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644906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51" name="타원 50"/>
          <p:cNvSpPr/>
          <p:nvPr/>
        </p:nvSpPr>
        <p:spPr>
          <a:xfrm>
            <a:off x="1415202" y="1268759"/>
            <a:ext cx="1239708" cy="628317"/>
          </a:xfrm>
          <a:prstGeom prst="ellips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>
                <a:solidFill>
                  <a:schemeClr val="tx1"/>
                </a:solidFill>
              </a:rPr>
              <a:t>로고</a:t>
            </a:r>
            <a:endParaRPr lang="ko-KR" altLang="en-US" sz="900">
              <a:solidFill>
                <a:schemeClr val="tx1"/>
              </a:solidFill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345892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사용자가 담아 놓은 장바구니 관리 페이지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장바구니 상품 목록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장바구니 상품 총 금액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 결제 페이지로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장바구니에서 상품 삭제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108" name=""/>
          <p:cNvSpPr/>
          <p:nvPr/>
        </p:nvSpPr>
        <p:spPr>
          <a:xfrm>
            <a:off x="652462" y="1392418"/>
            <a:ext cx="476250" cy="381000"/>
          </a:xfrm>
          <a:prstGeom prst="rect">
            <a:avLst/>
          </a:prstGeom>
          <a:solidFill>
            <a:schemeClr val="lt1"/>
          </a:solidFill>
          <a:ln w="127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cxnSp>
        <p:nvCxnSpPr>
          <p:cNvPr id="109" name=""/>
          <p:cNvCxnSpPr/>
          <p:nvPr/>
        </p:nvCxnSpPr>
        <p:spPr>
          <a:xfrm rot="10800000">
            <a:off x="692298" y="1582918"/>
            <a:ext cx="407838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7" name=""/>
          <p:cNvSpPr/>
          <p:nvPr/>
        </p:nvSpPr>
        <p:spPr>
          <a:xfrm>
            <a:off x="652462" y="2268773"/>
            <a:ext cx="2901234" cy="4006932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74" name=""/>
          <p:cNvSpPr/>
          <p:nvPr/>
        </p:nvSpPr>
        <p:spPr>
          <a:xfrm>
            <a:off x="801836" y="2473012"/>
            <a:ext cx="2560705" cy="1226642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75" name=""/>
          <p:cNvSpPr/>
          <p:nvPr/>
        </p:nvSpPr>
        <p:spPr>
          <a:xfrm>
            <a:off x="905742" y="2550851"/>
            <a:ext cx="1011213" cy="1038728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/>
              <a:t>이미지</a:t>
            </a:r>
            <a:endParaRPr lang="ko-KR" altLang="en-US" sz="1300"/>
          </a:p>
        </p:txBody>
      </p:sp>
      <p:sp>
        <p:nvSpPr>
          <p:cNvPr id="176" name="타원 83"/>
          <p:cNvSpPr/>
          <p:nvPr/>
        </p:nvSpPr>
        <p:spPr>
          <a:xfrm>
            <a:off x="581024" y="2197335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78" name=""/>
          <p:cNvSpPr/>
          <p:nvPr/>
        </p:nvSpPr>
        <p:spPr>
          <a:xfrm>
            <a:off x="2082188" y="2587312"/>
            <a:ext cx="1070181" cy="265753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/>
              <a:t>이름</a:t>
            </a:r>
            <a:endParaRPr lang="ko-KR" altLang="en-US" sz="1300"/>
          </a:p>
        </p:txBody>
      </p:sp>
      <p:sp>
        <p:nvSpPr>
          <p:cNvPr id="179" name=""/>
          <p:cNvSpPr/>
          <p:nvPr/>
        </p:nvSpPr>
        <p:spPr>
          <a:xfrm>
            <a:off x="2080251" y="2941926"/>
            <a:ext cx="1070181" cy="256577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수량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91" name=""/>
          <p:cNvSpPr/>
          <p:nvPr/>
        </p:nvSpPr>
        <p:spPr>
          <a:xfrm>
            <a:off x="2076344" y="3319761"/>
            <a:ext cx="1070181" cy="256577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가격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92" name=""/>
          <p:cNvSpPr/>
          <p:nvPr/>
        </p:nvSpPr>
        <p:spPr>
          <a:xfrm>
            <a:off x="786681" y="3892186"/>
            <a:ext cx="2560705" cy="1226642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93" name=""/>
          <p:cNvSpPr/>
          <p:nvPr/>
        </p:nvSpPr>
        <p:spPr>
          <a:xfrm>
            <a:off x="890587" y="3970025"/>
            <a:ext cx="1011213" cy="1038728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이미지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94" name=""/>
          <p:cNvSpPr/>
          <p:nvPr/>
        </p:nvSpPr>
        <p:spPr>
          <a:xfrm>
            <a:off x="2067033" y="4006486"/>
            <a:ext cx="1070181" cy="265753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이름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95" name=""/>
          <p:cNvSpPr/>
          <p:nvPr/>
        </p:nvSpPr>
        <p:spPr>
          <a:xfrm>
            <a:off x="2065096" y="4361100"/>
            <a:ext cx="1070181" cy="256577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수량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96" name=""/>
          <p:cNvSpPr/>
          <p:nvPr/>
        </p:nvSpPr>
        <p:spPr>
          <a:xfrm>
            <a:off x="2061189" y="4738935"/>
            <a:ext cx="1070181" cy="256577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가격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97" name=""/>
          <p:cNvSpPr/>
          <p:nvPr/>
        </p:nvSpPr>
        <p:spPr>
          <a:xfrm>
            <a:off x="652462" y="5612656"/>
            <a:ext cx="2901234" cy="66304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98" name="타원 83"/>
          <p:cNvSpPr/>
          <p:nvPr/>
        </p:nvSpPr>
        <p:spPr>
          <a:xfrm>
            <a:off x="581024" y="554121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99" name=""/>
          <p:cNvSpPr/>
          <p:nvPr/>
        </p:nvSpPr>
        <p:spPr>
          <a:xfrm>
            <a:off x="652462" y="5944181"/>
            <a:ext cx="2901234" cy="331525"/>
          </a:xfrm>
          <a:prstGeom prst="rect">
            <a:avLst/>
          </a:prstGeom>
          <a:solidFill>
            <a:srgbClr val="9be5c8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/>
              <a:t>주문하기</a:t>
            </a:r>
            <a:endParaRPr lang="ko-KR" altLang="en-US"/>
          </a:p>
        </p:txBody>
      </p:sp>
      <p:sp>
        <p:nvSpPr>
          <p:cNvPr id="201" name="타원 83"/>
          <p:cNvSpPr/>
          <p:nvPr/>
        </p:nvSpPr>
        <p:spPr>
          <a:xfrm>
            <a:off x="620860" y="5872743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02" name=""/>
          <p:cNvSpPr/>
          <p:nvPr/>
        </p:nvSpPr>
        <p:spPr>
          <a:xfrm>
            <a:off x="1100136" y="5684094"/>
            <a:ext cx="1869840" cy="188649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altLang="ko-KR" sz="1300"/>
              <a:t>10000</a:t>
            </a:r>
            <a:r>
              <a:rPr lang="ko-KR" altLang="en-US" sz="1300"/>
              <a:t>원</a:t>
            </a:r>
            <a:endParaRPr lang="ko-KR" altLang="en-US" sz="1300"/>
          </a:p>
        </p:txBody>
      </p:sp>
      <p:sp>
        <p:nvSpPr>
          <p:cNvPr id="203" name=""/>
          <p:cNvSpPr/>
          <p:nvPr/>
        </p:nvSpPr>
        <p:spPr>
          <a:xfrm>
            <a:off x="3234706" y="2397906"/>
            <a:ext cx="206310" cy="210639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altLang="ko-KR"/>
              <a:t>x</a:t>
            </a:r>
            <a:endParaRPr lang="en-US" altLang="ko-KR"/>
          </a:p>
        </p:txBody>
      </p:sp>
      <p:sp>
        <p:nvSpPr>
          <p:cNvPr id="204" name="타원 83"/>
          <p:cNvSpPr/>
          <p:nvPr/>
        </p:nvSpPr>
        <p:spPr>
          <a:xfrm>
            <a:off x="3163268" y="232646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9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08.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결제 화면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8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644906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51" name="타원 50"/>
          <p:cNvSpPr/>
          <p:nvPr/>
        </p:nvSpPr>
        <p:spPr>
          <a:xfrm>
            <a:off x="1415202" y="1268759"/>
            <a:ext cx="1239708" cy="628317"/>
          </a:xfrm>
          <a:prstGeom prst="ellips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>
                <a:solidFill>
                  <a:schemeClr val="tx1"/>
                </a:solidFill>
              </a:rPr>
              <a:t>로고</a:t>
            </a:r>
            <a:endParaRPr lang="ko-KR" altLang="en-US" sz="900">
              <a:solidFill>
                <a:schemeClr val="tx1"/>
              </a:solidFill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397413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장바구니에 있는 상품들 결제 페이지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내 주소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: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사용자가 저장한 주소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주소 검색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: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다음 주소검색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api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주문내역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: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구매할 상품들 전체 가격과 수량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쿠폰 선택 버튼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선택후 쿠폰 이름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)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쿠폰으로 할인되는 금액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가격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5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결제 버튼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108" name=""/>
          <p:cNvSpPr/>
          <p:nvPr/>
        </p:nvSpPr>
        <p:spPr>
          <a:xfrm>
            <a:off x="652462" y="1392418"/>
            <a:ext cx="476250" cy="381000"/>
          </a:xfrm>
          <a:prstGeom prst="rect">
            <a:avLst/>
          </a:prstGeom>
          <a:solidFill>
            <a:schemeClr val="lt1"/>
          </a:solidFill>
          <a:ln w="127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cxnSp>
        <p:nvCxnSpPr>
          <p:cNvPr id="109" name=""/>
          <p:cNvCxnSpPr/>
          <p:nvPr/>
        </p:nvCxnSpPr>
        <p:spPr>
          <a:xfrm rot="10800000">
            <a:off x="692298" y="1582918"/>
            <a:ext cx="407838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7" name=""/>
          <p:cNvSpPr/>
          <p:nvPr/>
        </p:nvSpPr>
        <p:spPr>
          <a:xfrm>
            <a:off x="652462" y="2268773"/>
            <a:ext cx="2901234" cy="4006932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97" name=""/>
          <p:cNvSpPr/>
          <p:nvPr/>
        </p:nvSpPr>
        <p:spPr>
          <a:xfrm>
            <a:off x="652462" y="5612656"/>
            <a:ext cx="2901234" cy="66304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98" name="타원 83"/>
          <p:cNvSpPr/>
          <p:nvPr/>
        </p:nvSpPr>
        <p:spPr>
          <a:xfrm>
            <a:off x="581024" y="554121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99" name=""/>
          <p:cNvSpPr/>
          <p:nvPr/>
        </p:nvSpPr>
        <p:spPr>
          <a:xfrm>
            <a:off x="652462" y="5944181"/>
            <a:ext cx="2901234" cy="331525"/>
          </a:xfrm>
          <a:prstGeom prst="rect">
            <a:avLst/>
          </a:prstGeom>
          <a:solidFill>
            <a:srgbClr val="9be5c8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/>
              <a:t>결제하기</a:t>
            </a:r>
            <a:endParaRPr lang="ko-KR" altLang="en-US"/>
          </a:p>
        </p:txBody>
      </p:sp>
      <p:sp>
        <p:nvSpPr>
          <p:cNvPr id="201" name="타원 83"/>
          <p:cNvSpPr/>
          <p:nvPr/>
        </p:nvSpPr>
        <p:spPr>
          <a:xfrm>
            <a:off x="620860" y="5872743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5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02" name=""/>
          <p:cNvSpPr/>
          <p:nvPr/>
        </p:nvSpPr>
        <p:spPr>
          <a:xfrm>
            <a:off x="1100136" y="5684094"/>
            <a:ext cx="1869840" cy="188649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altLang="ko-KR" sz="1300"/>
              <a:t>10000</a:t>
            </a:r>
            <a:r>
              <a:rPr lang="ko-KR" altLang="en-US" sz="1300"/>
              <a:t>원</a:t>
            </a:r>
            <a:endParaRPr lang="ko-KR" altLang="en-US" sz="1300"/>
          </a:p>
        </p:txBody>
      </p:sp>
      <p:sp>
        <p:nvSpPr>
          <p:cNvPr id="209" name=""/>
          <p:cNvSpPr/>
          <p:nvPr/>
        </p:nvSpPr>
        <p:spPr>
          <a:xfrm>
            <a:off x="663723" y="2263106"/>
            <a:ext cx="2889973" cy="130715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206" name=""/>
          <p:cNvSpPr/>
          <p:nvPr/>
        </p:nvSpPr>
        <p:spPr>
          <a:xfrm>
            <a:off x="766900" y="2702781"/>
            <a:ext cx="2672357" cy="300568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주소</a:t>
            </a:r>
            <a:r>
              <a:rPr lang="en-US" altLang="ko-KR" sz="1100">
                <a:solidFill>
                  <a:schemeClr val="dk1"/>
                </a:solidFill>
              </a:rPr>
              <a:t>1</a:t>
            </a:r>
            <a:endParaRPr lang="en-US" altLang="ko-KR" sz="1100">
              <a:solidFill>
                <a:schemeClr val="dk1"/>
              </a:solidFill>
            </a:endParaRPr>
          </a:p>
        </p:txBody>
      </p:sp>
      <p:sp>
        <p:nvSpPr>
          <p:cNvPr id="207" name=""/>
          <p:cNvSpPr/>
          <p:nvPr/>
        </p:nvSpPr>
        <p:spPr>
          <a:xfrm>
            <a:off x="766900" y="3128431"/>
            <a:ext cx="2672357" cy="3005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000000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주소 </a:t>
            </a: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2(</a:t>
            </a: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상세주소</a:t>
            </a: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)</a:t>
            </a:r>
            <a:endPara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10" name="타원 83"/>
          <p:cNvSpPr/>
          <p:nvPr/>
        </p:nvSpPr>
        <p:spPr>
          <a:xfrm>
            <a:off x="573468" y="2197335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11" name=""/>
          <p:cNvSpPr/>
          <p:nvPr/>
        </p:nvSpPr>
        <p:spPr>
          <a:xfrm>
            <a:off x="652462" y="3699654"/>
            <a:ext cx="2901234" cy="1841563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12" name=""/>
          <p:cNvSpPr/>
          <p:nvPr/>
        </p:nvSpPr>
        <p:spPr>
          <a:xfrm>
            <a:off x="774456" y="4149468"/>
            <a:ext cx="2672357" cy="3005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000000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Calibri"/>
              </a:rPr>
              <a:t>상품명 	가격	수량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14" name="타원 83"/>
          <p:cNvSpPr/>
          <p:nvPr/>
        </p:nvSpPr>
        <p:spPr>
          <a:xfrm>
            <a:off x="573468" y="3699654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15" name=""/>
          <p:cNvSpPr/>
          <p:nvPr/>
        </p:nvSpPr>
        <p:spPr>
          <a:xfrm>
            <a:off x="763122" y="4575119"/>
            <a:ext cx="2672357" cy="3005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000000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Calibri"/>
              </a:rPr>
              <a:t>상품명	가격	수량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16" name=""/>
          <p:cNvSpPr/>
          <p:nvPr/>
        </p:nvSpPr>
        <p:spPr>
          <a:xfrm>
            <a:off x="774456" y="5024034"/>
            <a:ext cx="2672357" cy="3005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000000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Calibri"/>
              </a:rPr>
              <a:t>상품명	가격	수량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17" name=""/>
          <p:cNvSpPr/>
          <p:nvPr/>
        </p:nvSpPr>
        <p:spPr>
          <a:xfrm>
            <a:off x="774456" y="3743421"/>
            <a:ext cx="1460878" cy="33419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주문내역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240" name=""/>
          <p:cNvSpPr/>
          <p:nvPr/>
        </p:nvSpPr>
        <p:spPr>
          <a:xfrm>
            <a:off x="774456" y="2340211"/>
            <a:ext cx="1260600" cy="24268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내 주소</a:t>
            </a:r>
            <a:endParaRPr lang="ko-KR" altLang="en-US" sz="1200">
              <a:solidFill>
                <a:schemeClr val="dk1"/>
              </a:solidFill>
            </a:endParaRPr>
          </a:p>
        </p:txBody>
      </p:sp>
      <p:sp>
        <p:nvSpPr>
          <p:cNvPr id="241" name=""/>
          <p:cNvSpPr/>
          <p:nvPr/>
        </p:nvSpPr>
        <p:spPr>
          <a:xfrm>
            <a:off x="2167784" y="2340210"/>
            <a:ext cx="1260600" cy="24268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chemeClr val="dk1">
                <a:alpha val="100000"/>
              </a:scheme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주소검색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64" name="Shape 434"/>
          <p:cNvSpPr/>
          <p:nvPr/>
        </p:nvSpPr>
        <p:spPr>
          <a:xfrm>
            <a:off x="4097329" y="1123601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65" name="타원 50"/>
          <p:cNvSpPr/>
          <p:nvPr/>
        </p:nvSpPr>
        <p:spPr>
          <a:xfrm>
            <a:off x="4856292" y="1296430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66" name=""/>
          <p:cNvSpPr/>
          <p:nvPr/>
        </p:nvSpPr>
        <p:spPr>
          <a:xfrm>
            <a:off x="4093552" y="1420089"/>
            <a:ext cx="476250" cy="381000"/>
          </a:xfrm>
          <a:prstGeom prst="rect">
            <a:avLst/>
          </a:prstGeom>
          <a:solidFill>
            <a:srgbClr val="ffffff">
              <a:alpha val="100000"/>
            </a:srgbClr>
          </a:solidFill>
          <a:ln w="12700" cap="flat" cmpd="sng" algn="ctr">
            <a:solidFill>
              <a:srgbClr val="000000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cxnSp>
        <p:nvCxnSpPr>
          <p:cNvPr id="267" name=""/>
          <p:cNvCxnSpPr/>
          <p:nvPr/>
        </p:nvCxnSpPr>
        <p:spPr>
          <a:xfrm rot="10800000">
            <a:off x="4133388" y="1610589"/>
            <a:ext cx="407838" cy="0"/>
          </a:xfrm>
          <a:prstGeom prst="straightConnector1">
            <a:avLst/>
          </a:prstGeom>
          <a:noFill/>
          <a:ln w="12700" cap="flat" cmpd="sng" algn="ctr">
            <a:solidFill>
              <a:srgbClr val="5e81d9">
                <a:alpha val="100000"/>
              </a:srgbClr>
            </a:solidFill>
            <a:prstDash val="solid"/>
            <a:tailEnd type="arrow"/>
          </a:ln>
        </p:spPr>
      </p:cxnSp>
      <p:sp>
        <p:nvSpPr>
          <p:cNvPr id="268" name=""/>
          <p:cNvSpPr/>
          <p:nvPr/>
        </p:nvSpPr>
        <p:spPr>
          <a:xfrm>
            <a:off x="4093552" y="2296444"/>
            <a:ext cx="2901234" cy="4006932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69" name=""/>
          <p:cNvSpPr/>
          <p:nvPr/>
        </p:nvSpPr>
        <p:spPr>
          <a:xfrm>
            <a:off x="4093552" y="5640327"/>
            <a:ext cx="2901234" cy="6630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70" name="타원 83"/>
          <p:cNvSpPr/>
          <p:nvPr/>
        </p:nvSpPr>
        <p:spPr>
          <a:xfrm>
            <a:off x="4022114" y="556888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71" name=""/>
          <p:cNvSpPr/>
          <p:nvPr/>
        </p:nvSpPr>
        <p:spPr>
          <a:xfrm>
            <a:off x="4093552" y="5971852"/>
            <a:ext cx="2901234" cy="331525"/>
          </a:xfrm>
          <a:prstGeom prst="rect">
            <a:avLst/>
          </a:prstGeom>
          <a:solidFill>
            <a:srgbClr val="9be5c8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결제하기</a:t>
            </a: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72" name="타원 83"/>
          <p:cNvSpPr/>
          <p:nvPr/>
        </p:nvSpPr>
        <p:spPr>
          <a:xfrm>
            <a:off x="4061950" y="5900414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5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73" name=""/>
          <p:cNvSpPr/>
          <p:nvPr/>
        </p:nvSpPr>
        <p:spPr>
          <a:xfrm>
            <a:off x="4541226" y="5711765"/>
            <a:ext cx="1869840" cy="188649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10000</a:t>
            </a: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원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74" name=""/>
          <p:cNvSpPr/>
          <p:nvPr/>
        </p:nvSpPr>
        <p:spPr>
          <a:xfrm>
            <a:off x="4085996" y="2296444"/>
            <a:ext cx="2908790" cy="147464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75" name=""/>
          <p:cNvSpPr/>
          <p:nvPr/>
        </p:nvSpPr>
        <p:spPr>
          <a:xfrm>
            <a:off x="4204212" y="2827863"/>
            <a:ext cx="2672357" cy="3005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000000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Calibri"/>
              </a:rPr>
              <a:t>쿠폰 선택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76" name=""/>
          <p:cNvSpPr/>
          <p:nvPr/>
        </p:nvSpPr>
        <p:spPr>
          <a:xfrm>
            <a:off x="4207990" y="3278716"/>
            <a:ext cx="2672357" cy="3005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000000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쿠폰 적용 금액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77" name="타원 83"/>
          <p:cNvSpPr/>
          <p:nvPr/>
        </p:nvSpPr>
        <p:spPr>
          <a:xfrm>
            <a:off x="4014558" y="2225006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86" name=""/>
          <p:cNvSpPr/>
          <p:nvPr/>
        </p:nvSpPr>
        <p:spPr>
          <a:xfrm>
            <a:off x="4204826" y="2348832"/>
            <a:ext cx="1460878" cy="33419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쿠폰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0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09.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결제완료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9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2661100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결제 완료 페이지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1111475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결제 완료 후 홈으로 이동 버튼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결제 후 결제 정보는 관리자에서 관리 가능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결제 후 업체 담당자에게 주문정보 전달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주문정보 전달 방식은 휴대폰 문자 및 카카오톡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결제 완료후 사용자의 카카오톡으로 주문정보 전달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64" name="Shape 434"/>
          <p:cNvSpPr/>
          <p:nvPr/>
        </p:nvSpPr>
        <p:spPr>
          <a:xfrm>
            <a:off x="3899755" y="1123603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65" name="타원 50"/>
          <p:cNvSpPr/>
          <p:nvPr/>
        </p:nvSpPr>
        <p:spPr>
          <a:xfrm>
            <a:off x="4734917" y="1296431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87" name=""/>
          <p:cNvSpPr/>
          <p:nvPr/>
        </p:nvSpPr>
        <p:spPr>
          <a:xfrm>
            <a:off x="4326273" y="2223175"/>
            <a:ext cx="2056995" cy="70930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결제해주셔서</a:t>
            </a:r>
            <a:endParaRPr lang="ko-KR" altLang="en-US" sz="1200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감사합니다</a:t>
            </a:r>
            <a:r>
              <a:rPr lang="en-US" altLang="ko-KR" sz="1200">
                <a:solidFill>
                  <a:schemeClr val="dk1"/>
                </a:solidFill>
              </a:rPr>
              <a:t>.</a:t>
            </a:r>
            <a:endParaRPr lang="en-US" altLang="ko-KR" sz="1200">
              <a:solidFill>
                <a:schemeClr val="dk1"/>
              </a:solidFill>
            </a:endParaRPr>
          </a:p>
          <a:p>
            <a:pPr algn="ctr">
              <a:defRPr/>
            </a:pPr>
            <a:endParaRPr lang="en-US" altLang="ko-KR" sz="1200">
              <a:solidFill>
                <a:schemeClr val="dk1"/>
              </a:solidFill>
            </a:endParaRPr>
          </a:p>
        </p:txBody>
      </p:sp>
      <p:sp>
        <p:nvSpPr>
          <p:cNvPr id="288" name=""/>
          <p:cNvSpPr/>
          <p:nvPr/>
        </p:nvSpPr>
        <p:spPr>
          <a:xfrm>
            <a:off x="4013672" y="3110670"/>
            <a:ext cx="2683409" cy="316503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289" name=""/>
          <p:cNvSpPr/>
          <p:nvPr/>
        </p:nvSpPr>
        <p:spPr>
          <a:xfrm>
            <a:off x="4133126" y="3699654"/>
            <a:ext cx="2442048" cy="32425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상품명	가격	수량</a:t>
            </a:r>
            <a:endParaRPr lang="ko-KR" altLang="en-US" sz="1200">
              <a:solidFill>
                <a:schemeClr val="dk1"/>
              </a:solidFill>
            </a:endParaRPr>
          </a:p>
        </p:txBody>
      </p:sp>
      <p:sp>
        <p:nvSpPr>
          <p:cNvPr id="290" name=""/>
          <p:cNvSpPr/>
          <p:nvPr/>
        </p:nvSpPr>
        <p:spPr>
          <a:xfrm>
            <a:off x="4133125" y="3221274"/>
            <a:ext cx="1221024" cy="35465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주문내역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291" name=""/>
          <p:cNvSpPr/>
          <p:nvPr/>
        </p:nvSpPr>
        <p:spPr>
          <a:xfrm>
            <a:off x="4621651" y="2687873"/>
            <a:ext cx="1474348" cy="18746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집모양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292" name="타원 83"/>
          <p:cNvSpPr/>
          <p:nvPr/>
        </p:nvSpPr>
        <p:spPr>
          <a:xfrm>
            <a:off x="4550213" y="2638727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93" name=""/>
          <p:cNvSpPr/>
          <p:nvPr/>
        </p:nvSpPr>
        <p:spPr>
          <a:xfrm>
            <a:off x="4133125" y="4146033"/>
            <a:ext cx="2442048" cy="32425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상품명	가격	수량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94" name=""/>
          <p:cNvSpPr/>
          <p:nvPr/>
        </p:nvSpPr>
        <p:spPr>
          <a:xfrm>
            <a:off x="4133125" y="4582982"/>
            <a:ext cx="2442048" cy="32425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상품명	가격	수량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95" name=""/>
          <p:cNvSpPr/>
          <p:nvPr/>
        </p:nvSpPr>
        <p:spPr>
          <a:xfrm>
            <a:off x="4133126" y="5527782"/>
            <a:ext cx="2442048" cy="74792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주문 배송지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297" name=""/>
          <p:cNvSpPr/>
          <p:nvPr/>
        </p:nvSpPr>
        <p:spPr>
          <a:xfrm>
            <a:off x="4137802" y="5021538"/>
            <a:ext cx="1221024" cy="372893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주문내역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10.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마이페이지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10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473232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마이페이지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로그인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로그아웃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내 배송지 설정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내 구매내역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내 찜목록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공지사항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장바구니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내 리뷰 목록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5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문의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6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각 메뉴로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87" name="Shape 434"/>
          <p:cNvSpPr/>
          <p:nvPr/>
        </p:nvSpPr>
        <p:spPr>
          <a:xfrm>
            <a:off x="1881887" y="1123603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88" name="타원 50"/>
          <p:cNvSpPr/>
          <p:nvPr/>
        </p:nvSpPr>
        <p:spPr>
          <a:xfrm>
            <a:off x="2715106" y="1268760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91" name=""/>
          <p:cNvSpPr/>
          <p:nvPr/>
        </p:nvSpPr>
        <p:spPr>
          <a:xfrm>
            <a:off x="1892449" y="5825449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292" name=""/>
          <p:cNvGraphicFramePr>
            <a:graphicFrameLocks noGrp="1"/>
          </p:cNvGraphicFramePr>
          <p:nvPr/>
        </p:nvGraphicFramePr>
        <p:xfrm>
          <a:off x="1881886" y="5825450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97" name="타원 83"/>
          <p:cNvSpPr/>
          <p:nvPr/>
        </p:nvSpPr>
        <p:spPr>
          <a:xfrm>
            <a:off x="1810448" y="582544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6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98" name=""/>
          <p:cNvSpPr/>
          <p:nvPr/>
        </p:nvSpPr>
        <p:spPr>
          <a:xfrm>
            <a:off x="1881886" y="2022748"/>
            <a:ext cx="2896833" cy="3802701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299" name=""/>
          <p:cNvSpPr/>
          <p:nvPr/>
        </p:nvSpPr>
        <p:spPr>
          <a:xfrm>
            <a:off x="1892449" y="2022748"/>
            <a:ext cx="720090" cy="66147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900">
                <a:solidFill>
                  <a:schemeClr val="dk1"/>
                </a:solidFill>
              </a:rPr>
              <a:t>로그인</a:t>
            </a:r>
            <a:endParaRPr lang="ko-KR" altLang="en-US" sz="900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ko-KR" altLang="en-US" sz="900">
                <a:solidFill>
                  <a:schemeClr val="dk1"/>
                </a:solidFill>
              </a:rPr>
              <a:t>로그아웃</a:t>
            </a:r>
            <a:endParaRPr lang="ko-KR" altLang="en-US" sz="900">
              <a:solidFill>
                <a:schemeClr val="dk1"/>
              </a:solidFill>
            </a:endParaRPr>
          </a:p>
        </p:txBody>
      </p:sp>
      <p:sp>
        <p:nvSpPr>
          <p:cNvPr id="302" name=""/>
          <p:cNvSpPr/>
          <p:nvPr/>
        </p:nvSpPr>
        <p:spPr>
          <a:xfrm>
            <a:off x="2610212" y="2022747"/>
            <a:ext cx="720090" cy="66147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배송지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03" name=""/>
          <p:cNvSpPr/>
          <p:nvPr/>
        </p:nvSpPr>
        <p:spPr>
          <a:xfrm>
            <a:off x="3330302" y="2022747"/>
            <a:ext cx="720090" cy="66147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구매내역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04" name=""/>
          <p:cNvSpPr/>
          <p:nvPr/>
        </p:nvSpPr>
        <p:spPr>
          <a:xfrm>
            <a:off x="4050392" y="2022748"/>
            <a:ext cx="720090" cy="66147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찜목록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05" name="타원 83"/>
          <p:cNvSpPr/>
          <p:nvPr/>
        </p:nvSpPr>
        <p:spPr>
          <a:xfrm>
            <a:off x="1821011" y="195130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06" name=""/>
          <p:cNvSpPr/>
          <p:nvPr/>
        </p:nvSpPr>
        <p:spPr>
          <a:xfrm>
            <a:off x="1882924" y="2693751"/>
            <a:ext cx="2887558" cy="42644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공지사항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307" name=""/>
          <p:cNvSpPr/>
          <p:nvPr/>
        </p:nvSpPr>
        <p:spPr>
          <a:xfrm>
            <a:off x="1884069" y="3107330"/>
            <a:ext cx="2886413" cy="426444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장바구니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08" name=""/>
          <p:cNvSpPr/>
          <p:nvPr/>
        </p:nvSpPr>
        <p:spPr>
          <a:xfrm>
            <a:off x="1891411" y="3533775"/>
            <a:ext cx="2879071" cy="426444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리뷰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09" name="타원 83"/>
          <p:cNvSpPr/>
          <p:nvPr/>
        </p:nvSpPr>
        <p:spPr>
          <a:xfrm>
            <a:off x="1821011" y="2622313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10" name="타원 83"/>
          <p:cNvSpPr/>
          <p:nvPr/>
        </p:nvSpPr>
        <p:spPr>
          <a:xfrm>
            <a:off x="1821011" y="3035892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11" name="타원 83"/>
          <p:cNvSpPr/>
          <p:nvPr/>
        </p:nvSpPr>
        <p:spPr>
          <a:xfrm>
            <a:off x="1821011" y="3429000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12" name=""/>
          <p:cNvSpPr/>
          <p:nvPr/>
        </p:nvSpPr>
        <p:spPr>
          <a:xfrm>
            <a:off x="1892556" y="3960219"/>
            <a:ext cx="2879071" cy="426444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문의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13" name="타원 83"/>
          <p:cNvSpPr/>
          <p:nvPr/>
        </p:nvSpPr>
        <p:spPr>
          <a:xfrm>
            <a:off x="1841206" y="3874494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5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11.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구매내역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11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3509589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65874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사용자의 주문내역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 및 결제내역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해당 결제 최종 금액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 상세 내역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 내역 중 첫번째 상품 이미지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87" name="Shape 434"/>
          <p:cNvSpPr/>
          <p:nvPr/>
        </p:nvSpPr>
        <p:spPr>
          <a:xfrm>
            <a:off x="1881887" y="1123603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88" name="타원 50"/>
          <p:cNvSpPr/>
          <p:nvPr/>
        </p:nvSpPr>
        <p:spPr>
          <a:xfrm>
            <a:off x="2715106" y="1268760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91" name=""/>
          <p:cNvSpPr/>
          <p:nvPr/>
        </p:nvSpPr>
        <p:spPr>
          <a:xfrm>
            <a:off x="1892449" y="5825449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292" name=""/>
          <p:cNvGraphicFramePr>
            <a:graphicFrameLocks noGrp="1"/>
          </p:cNvGraphicFramePr>
          <p:nvPr/>
        </p:nvGraphicFramePr>
        <p:xfrm>
          <a:off x="1881886" y="5825450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97" name="타원 83"/>
          <p:cNvSpPr/>
          <p:nvPr/>
        </p:nvSpPr>
        <p:spPr>
          <a:xfrm>
            <a:off x="1810448" y="582544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5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98" name=""/>
          <p:cNvSpPr/>
          <p:nvPr/>
        </p:nvSpPr>
        <p:spPr>
          <a:xfrm>
            <a:off x="1881886" y="2022748"/>
            <a:ext cx="2896833" cy="3802701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12" name=""/>
          <p:cNvSpPr/>
          <p:nvPr/>
        </p:nvSpPr>
        <p:spPr>
          <a:xfrm>
            <a:off x="1892449" y="2022748"/>
            <a:ext cx="2886270" cy="38788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주문내역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313" name=""/>
          <p:cNvSpPr/>
          <p:nvPr/>
        </p:nvSpPr>
        <p:spPr>
          <a:xfrm>
            <a:off x="1881887" y="2775422"/>
            <a:ext cx="2896832" cy="114867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14" name=""/>
          <p:cNvSpPr/>
          <p:nvPr/>
        </p:nvSpPr>
        <p:spPr>
          <a:xfrm>
            <a:off x="1953324" y="2937550"/>
            <a:ext cx="982920" cy="762104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15" name=""/>
          <p:cNvSpPr/>
          <p:nvPr/>
        </p:nvSpPr>
        <p:spPr>
          <a:xfrm>
            <a:off x="3146604" y="3032826"/>
            <a:ext cx="1440180" cy="190526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날짜</a:t>
            </a:r>
            <a:endParaRPr lang="ko-KR" altLang="en-US" sz="1200">
              <a:solidFill>
                <a:schemeClr val="dk1"/>
              </a:solidFill>
            </a:endParaRPr>
          </a:p>
        </p:txBody>
      </p:sp>
      <p:sp>
        <p:nvSpPr>
          <p:cNvPr id="316" name=""/>
          <p:cNvSpPr/>
          <p:nvPr/>
        </p:nvSpPr>
        <p:spPr>
          <a:xfrm>
            <a:off x="3954814" y="3429000"/>
            <a:ext cx="720090" cy="27065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상세보기</a:t>
            </a:r>
            <a:endParaRPr lang="ko-KR" altLang="en-US" sz="1000">
              <a:solidFill>
                <a:schemeClr val="dk1"/>
              </a:solidFill>
            </a:endParaRPr>
          </a:p>
        </p:txBody>
      </p:sp>
      <p:sp>
        <p:nvSpPr>
          <p:cNvPr id="321" name=""/>
          <p:cNvSpPr/>
          <p:nvPr/>
        </p:nvSpPr>
        <p:spPr>
          <a:xfrm>
            <a:off x="3146604" y="3429000"/>
            <a:ext cx="720090" cy="270654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금액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2" name=""/>
          <p:cNvSpPr/>
          <p:nvPr/>
        </p:nvSpPr>
        <p:spPr>
          <a:xfrm>
            <a:off x="1892449" y="4224172"/>
            <a:ext cx="2896832" cy="114867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3" name=""/>
          <p:cNvSpPr/>
          <p:nvPr/>
        </p:nvSpPr>
        <p:spPr>
          <a:xfrm>
            <a:off x="1963886" y="4386299"/>
            <a:ext cx="982920" cy="762104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4" name=""/>
          <p:cNvSpPr/>
          <p:nvPr/>
        </p:nvSpPr>
        <p:spPr>
          <a:xfrm>
            <a:off x="3157166" y="4481575"/>
            <a:ext cx="1440180" cy="19052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날짜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5" name=""/>
          <p:cNvSpPr/>
          <p:nvPr/>
        </p:nvSpPr>
        <p:spPr>
          <a:xfrm>
            <a:off x="3965376" y="4877749"/>
            <a:ext cx="720090" cy="270654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상세보기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6" name=""/>
          <p:cNvSpPr/>
          <p:nvPr/>
        </p:nvSpPr>
        <p:spPr>
          <a:xfrm>
            <a:off x="3157166" y="4877749"/>
            <a:ext cx="720090" cy="270654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금액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7" name="타원 83"/>
          <p:cNvSpPr/>
          <p:nvPr/>
        </p:nvSpPr>
        <p:spPr>
          <a:xfrm>
            <a:off x="1810449" y="2703984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28" name="타원 83"/>
          <p:cNvSpPr/>
          <p:nvPr/>
        </p:nvSpPr>
        <p:spPr>
          <a:xfrm>
            <a:off x="3877256" y="3357562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29" name="타원 83"/>
          <p:cNvSpPr/>
          <p:nvPr/>
        </p:nvSpPr>
        <p:spPr>
          <a:xfrm>
            <a:off x="3085728" y="3357562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30" name="타원 83"/>
          <p:cNvSpPr/>
          <p:nvPr/>
        </p:nvSpPr>
        <p:spPr>
          <a:xfrm>
            <a:off x="1963886" y="2889950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12.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주문 상세내역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12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933539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65874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 상세내역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87" name="Shape 434"/>
          <p:cNvSpPr/>
          <p:nvPr/>
        </p:nvSpPr>
        <p:spPr>
          <a:xfrm>
            <a:off x="382206" y="1123603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88" name="타원 50"/>
          <p:cNvSpPr/>
          <p:nvPr/>
        </p:nvSpPr>
        <p:spPr>
          <a:xfrm>
            <a:off x="1215425" y="1268760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91" name=""/>
          <p:cNvSpPr/>
          <p:nvPr/>
        </p:nvSpPr>
        <p:spPr>
          <a:xfrm>
            <a:off x="392768" y="5825449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292" name=""/>
          <p:cNvGraphicFramePr>
            <a:graphicFrameLocks noGrp="1"/>
          </p:cNvGraphicFramePr>
          <p:nvPr/>
        </p:nvGraphicFramePr>
        <p:xfrm>
          <a:off x="382205" y="5825450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98" name=""/>
          <p:cNvSpPr/>
          <p:nvPr/>
        </p:nvSpPr>
        <p:spPr>
          <a:xfrm>
            <a:off x="382205" y="2022748"/>
            <a:ext cx="2896833" cy="3802701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31" name=""/>
          <p:cNvSpPr/>
          <p:nvPr/>
        </p:nvSpPr>
        <p:spPr>
          <a:xfrm>
            <a:off x="549836" y="2675699"/>
            <a:ext cx="2536676" cy="79507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333" name=""/>
          <p:cNvSpPr/>
          <p:nvPr/>
        </p:nvSpPr>
        <p:spPr>
          <a:xfrm>
            <a:off x="665132" y="2798728"/>
            <a:ext cx="719441" cy="56744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사진</a:t>
            </a: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334" name=""/>
          <p:cNvSpPr/>
          <p:nvPr/>
        </p:nvSpPr>
        <p:spPr>
          <a:xfrm>
            <a:off x="1546701" y="2798729"/>
            <a:ext cx="1327420" cy="21602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상품명</a:t>
            </a:r>
            <a:endParaRPr lang="ko-KR" altLang="en-US" sz="1200">
              <a:solidFill>
                <a:schemeClr val="dk1"/>
              </a:solidFill>
            </a:endParaRPr>
          </a:p>
        </p:txBody>
      </p:sp>
      <p:sp>
        <p:nvSpPr>
          <p:cNvPr id="336" name=""/>
          <p:cNvSpPr/>
          <p:nvPr/>
        </p:nvSpPr>
        <p:spPr>
          <a:xfrm>
            <a:off x="1546701" y="3172386"/>
            <a:ext cx="1327420" cy="21602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수량 </a:t>
            </a:r>
            <a:r>
              <a:rPr xmlns:mc="http://schemas.openxmlformats.org/markup-compatibility/2006" xmlns:hp="http://schemas.haansoft.com/office/presentation/8.0" kumimoji="0" lang="en-US" altLang="ko-KR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/</a:t>
            </a: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 금액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37" name=""/>
          <p:cNvSpPr/>
          <p:nvPr/>
        </p:nvSpPr>
        <p:spPr>
          <a:xfrm>
            <a:off x="562283" y="3609765"/>
            <a:ext cx="2536676" cy="79507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38" name=""/>
          <p:cNvSpPr/>
          <p:nvPr/>
        </p:nvSpPr>
        <p:spPr>
          <a:xfrm>
            <a:off x="677579" y="3732794"/>
            <a:ext cx="719441" cy="56744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사진</a:t>
            </a: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39" name=""/>
          <p:cNvSpPr/>
          <p:nvPr/>
        </p:nvSpPr>
        <p:spPr>
          <a:xfrm>
            <a:off x="1559148" y="3732795"/>
            <a:ext cx="1327420" cy="21602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상품명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40" name=""/>
          <p:cNvSpPr/>
          <p:nvPr/>
        </p:nvSpPr>
        <p:spPr>
          <a:xfrm>
            <a:off x="1559148" y="4106452"/>
            <a:ext cx="1327420" cy="21602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수량 </a:t>
            </a:r>
            <a:r>
              <a:rPr xmlns:mc="http://schemas.openxmlformats.org/markup-compatibility/2006" xmlns:hp="http://schemas.haansoft.com/office/presentation/8.0" kumimoji="0" lang="en-US" altLang="ko-KR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/</a:t>
            </a: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 금액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41" name=""/>
          <p:cNvSpPr/>
          <p:nvPr/>
        </p:nvSpPr>
        <p:spPr>
          <a:xfrm>
            <a:off x="562283" y="4570971"/>
            <a:ext cx="2536676" cy="79507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42" name=""/>
          <p:cNvSpPr/>
          <p:nvPr/>
        </p:nvSpPr>
        <p:spPr>
          <a:xfrm>
            <a:off x="677579" y="4694001"/>
            <a:ext cx="719441" cy="56744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사진</a:t>
            </a: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43" name=""/>
          <p:cNvSpPr/>
          <p:nvPr/>
        </p:nvSpPr>
        <p:spPr>
          <a:xfrm>
            <a:off x="1559148" y="4694001"/>
            <a:ext cx="1327420" cy="21602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상품명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44" name=""/>
          <p:cNvSpPr/>
          <p:nvPr/>
        </p:nvSpPr>
        <p:spPr>
          <a:xfrm>
            <a:off x="1559148" y="5067659"/>
            <a:ext cx="1327420" cy="21602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수량 </a:t>
            </a:r>
            <a:r>
              <a:rPr xmlns:mc="http://schemas.openxmlformats.org/markup-compatibility/2006" xmlns:hp="http://schemas.haansoft.com/office/presentation/8.0" kumimoji="0" lang="en-US" altLang="ko-KR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/</a:t>
            </a: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 금액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4" name="Shape 434"/>
          <p:cNvSpPr/>
          <p:nvPr/>
        </p:nvSpPr>
        <p:spPr>
          <a:xfrm>
            <a:off x="3889193" y="1101365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365" name="타원 50"/>
          <p:cNvSpPr/>
          <p:nvPr/>
        </p:nvSpPr>
        <p:spPr>
          <a:xfrm>
            <a:off x="4722412" y="1246522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6" name=""/>
          <p:cNvSpPr/>
          <p:nvPr/>
        </p:nvSpPr>
        <p:spPr>
          <a:xfrm>
            <a:off x="3899755" y="5803211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367" name=""/>
          <p:cNvGraphicFramePr>
            <a:graphicFrameLocks noGrp="1"/>
          </p:cNvGraphicFramePr>
          <p:nvPr/>
        </p:nvGraphicFramePr>
        <p:xfrm>
          <a:off x="3889192" y="5803212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369" name=""/>
          <p:cNvSpPr/>
          <p:nvPr/>
        </p:nvSpPr>
        <p:spPr>
          <a:xfrm>
            <a:off x="3889192" y="2000510"/>
            <a:ext cx="2896833" cy="380270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2" name=""/>
          <p:cNvSpPr/>
          <p:nvPr/>
        </p:nvSpPr>
        <p:spPr>
          <a:xfrm>
            <a:off x="4074470" y="2155877"/>
            <a:ext cx="2512979" cy="116510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83" name=""/>
          <p:cNvSpPr/>
          <p:nvPr/>
        </p:nvSpPr>
        <p:spPr>
          <a:xfrm>
            <a:off x="4226465" y="2278907"/>
            <a:ext cx="2158324" cy="37365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주소 </a:t>
            </a:r>
            <a:r>
              <a:rPr lang="en-US" altLang="ko-KR">
                <a:solidFill>
                  <a:schemeClr val="dk1"/>
                </a:solidFill>
              </a:rPr>
              <a:t>1</a:t>
            </a:r>
            <a:endParaRPr lang="en-US" altLang="ko-KR">
              <a:solidFill>
                <a:schemeClr val="dk1"/>
              </a:solidFill>
            </a:endParaRPr>
          </a:p>
        </p:txBody>
      </p:sp>
      <p:sp>
        <p:nvSpPr>
          <p:cNvPr id="384" name=""/>
          <p:cNvSpPr/>
          <p:nvPr/>
        </p:nvSpPr>
        <p:spPr>
          <a:xfrm>
            <a:off x="4226465" y="2839315"/>
            <a:ext cx="2158324" cy="37365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주소 </a:t>
            </a: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2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6" name=""/>
          <p:cNvSpPr/>
          <p:nvPr/>
        </p:nvSpPr>
        <p:spPr>
          <a:xfrm>
            <a:off x="4074470" y="3429000"/>
            <a:ext cx="2512979" cy="1719403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87" name=""/>
          <p:cNvSpPr/>
          <p:nvPr/>
        </p:nvSpPr>
        <p:spPr>
          <a:xfrm>
            <a:off x="4226465" y="3586630"/>
            <a:ext cx="2158324" cy="33746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사용 쿠폰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388" name=""/>
          <p:cNvSpPr/>
          <p:nvPr/>
        </p:nvSpPr>
        <p:spPr>
          <a:xfrm>
            <a:off x="4226466" y="4174179"/>
            <a:ext cx="2158324" cy="3374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배송비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9" name=""/>
          <p:cNvSpPr/>
          <p:nvPr/>
        </p:nvSpPr>
        <p:spPr>
          <a:xfrm>
            <a:off x="4226465" y="4694001"/>
            <a:ext cx="2158324" cy="3374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총 할인 금액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90" name=""/>
          <p:cNvSpPr/>
          <p:nvPr/>
        </p:nvSpPr>
        <p:spPr>
          <a:xfrm>
            <a:off x="4074470" y="5340040"/>
            <a:ext cx="2512979" cy="3374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총 금액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91" name=""/>
          <p:cNvSpPr/>
          <p:nvPr/>
        </p:nvSpPr>
        <p:spPr>
          <a:xfrm>
            <a:off x="677579" y="2155877"/>
            <a:ext cx="2160270" cy="30985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날짜</a:t>
            </a:r>
            <a:endParaRPr lang="ko-KR" altLang="en-US" sz="1300">
              <a:solidFill>
                <a:schemeClr val="dk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13.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배송지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13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345892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사용자가 저장한 배송지목록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배송지 입력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내 주소 삭제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주소 추가 페이지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주소검색 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api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오픈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입력된 값 추가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87" name="Shape 434"/>
          <p:cNvSpPr/>
          <p:nvPr/>
        </p:nvSpPr>
        <p:spPr>
          <a:xfrm>
            <a:off x="513934" y="1123602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88" name="타원 50"/>
          <p:cNvSpPr/>
          <p:nvPr/>
        </p:nvSpPr>
        <p:spPr>
          <a:xfrm>
            <a:off x="1347153" y="1268759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91" name=""/>
          <p:cNvSpPr/>
          <p:nvPr/>
        </p:nvSpPr>
        <p:spPr>
          <a:xfrm>
            <a:off x="524496" y="5825449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292" name=""/>
          <p:cNvGraphicFramePr>
            <a:graphicFrameLocks noGrp="1"/>
          </p:cNvGraphicFramePr>
          <p:nvPr/>
        </p:nvGraphicFramePr>
        <p:xfrm>
          <a:off x="513933" y="5825450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98" name=""/>
          <p:cNvSpPr/>
          <p:nvPr/>
        </p:nvSpPr>
        <p:spPr>
          <a:xfrm>
            <a:off x="513933" y="2022747"/>
            <a:ext cx="2896833" cy="3802701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06" name=""/>
          <p:cNvSpPr/>
          <p:nvPr/>
        </p:nvSpPr>
        <p:spPr>
          <a:xfrm>
            <a:off x="619746" y="2693751"/>
            <a:ext cx="2700337" cy="39604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주소 </a:t>
            </a:r>
            <a:r>
              <a:rPr lang="en-US" altLang="ko-KR" sz="1100">
                <a:solidFill>
                  <a:schemeClr val="dk1"/>
                </a:solidFill>
              </a:rPr>
              <a:t>1</a:t>
            </a:r>
            <a:endParaRPr lang="en-US" altLang="ko-KR" sz="1100">
              <a:solidFill>
                <a:schemeClr val="dk1"/>
              </a:solidFill>
            </a:endParaRPr>
          </a:p>
        </p:txBody>
      </p:sp>
      <p:sp>
        <p:nvSpPr>
          <p:cNvPr id="307" name=""/>
          <p:cNvSpPr/>
          <p:nvPr/>
        </p:nvSpPr>
        <p:spPr>
          <a:xfrm>
            <a:off x="604940" y="3320553"/>
            <a:ext cx="2700337" cy="3960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주소 </a:t>
            </a: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2</a:t>
            </a:r>
            <a:endPara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08" name=""/>
          <p:cNvSpPr/>
          <p:nvPr/>
        </p:nvSpPr>
        <p:spPr>
          <a:xfrm>
            <a:off x="623990" y="3893820"/>
            <a:ext cx="2700337" cy="3960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주소 </a:t>
            </a: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3</a:t>
            </a:r>
            <a:endPara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12" name=""/>
          <p:cNvSpPr/>
          <p:nvPr/>
        </p:nvSpPr>
        <p:spPr>
          <a:xfrm>
            <a:off x="799086" y="2207367"/>
            <a:ext cx="2304288" cy="288036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내 주소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314" name=""/>
          <p:cNvSpPr/>
          <p:nvPr/>
        </p:nvSpPr>
        <p:spPr>
          <a:xfrm>
            <a:off x="798185" y="5340718"/>
            <a:ext cx="2350850" cy="2938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주소 추가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cxnSp>
        <p:nvCxnSpPr>
          <p:cNvPr id="315" name=""/>
          <p:cNvCxnSpPr/>
          <p:nvPr/>
        </p:nvCxnSpPr>
        <p:spPr>
          <a:xfrm rot="5400000" flipH="1" flipV="1">
            <a:off x="2476472" y="4064361"/>
            <a:ext cx="2058644" cy="787921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6" name="Shape 434"/>
          <p:cNvSpPr/>
          <p:nvPr/>
        </p:nvSpPr>
        <p:spPr>
          <a:xfrm>
            <a:off x="4023073" y="1123604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317" name="타원 50"/>
          <p:cNvSpPr/>
          <p:nvPr/>
        </p:nvSpPr>
        <p:spPr>
          <a:xfrm>
            <a:off x="4856292" y="1268761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18" name=""/>
          <p:cNvSpPr/>
          <p:nvPr/>
        </p:nvSpPr>
        <p:spPr>
          <a:xfrm>
            <a:off x="4033635" y="5825450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319" name=""/>
          <p:cNvGraphicFramePr>
            <a:graphicFrameLocks noGrp="1"/>
          </p:cNvGraphicFramePr>
          <p:nvPr/>
        </p:nvGraphicFramePr>
        <p:xfrm>
          <a:off x="4023072" y="5825451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320" name=""/>
          <p:cNvSpPr/>
          <p:nvPr/>
        </p:nvSpPr>
        <p:spPr>
          <a:xfrm>
            <a:off x="4023072" y="2022749"/>
            <a:ext cx="2896833" cy="380270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1" name=""/>
          <p:cNvSpPr/>
          <p:nvPr/>
        </p:nvSpPr>
        <p:spPr>
          <a:xfrm>
            <a:off x="4157324" y="3305255"/>
            <a:ext cx="2628328" cy="36004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Calibri"/>
              </a:rPr>
              <a:t>우편번호 입력창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22" name=""/>
          <p:cNvSpPr/>
          <p:nvPr/>
        </p:nvSpPr>
        <p:spPr>
          <a:xfrm>
            <a:off x="4140911" y="3822382"/>
            <a:ext cx="2628328" cy="36004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주소 입력창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3" name=""/>
          <p:cNvSpPr/>
          <p:nvPr/>
        </p:nvSpPr>
        <p:spPr>
          <a:xfrm>
            <a:off x="4150436" y="4358501"/>
            <a:ext cx="2628328" cy="36004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상세주소 입력창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4" name=""/>
          <p:cNvSpPr/>
          <p:nvPr/>
        </p:nvSpPr>
        <p:spPr>
          <a:xfrm>
            <a:off x="4298700" y="2197843"/>
            <a:ext cx="2304288" cy="2938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주소 검색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5" name=""/>
          <p:cNvSpPr/>
          <p:nvPr/>
        </p:nvSpPr>
        <p:spPr>
          <a:xfrm>
            <a:off x="4307323" y="5340719"/>
            <a:ext cx="2350850" cy="2938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추가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6" name=""/>
          <p:cNvSpPr/>
          <p:nvPr/>
        </p:nvSpPr>
        <p:spPr>
          <a:xfrm>
            <a:off x="3204456" y="2588431"/>
            <a:ext cx="206310" cy="210639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x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28" name=""/>
          <p:cNvSpPr/>
          <p:nvPr/>
        </p:nvSpPr>
        <p:spPr>
          <a:xfrm>
            <a:off x="3204456" y="3210877"/>
            <a:ext cx="206310" cy="210639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x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30" name=""/>
          <p:cNvSpPr/>
          <p:nvPr/>
        </p:nvSpPr>
        <p:spPr>
          <a:xfrm>
            <a:off x="3193862" y="3822382"/>
            <a:ext cx="206310" cy="210639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x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32" name="타원 83"/>
          <p:cNvSpPr/>
          <p:nvPr/>
        </p:nvSpPr>
        <p:spPr>
          <a:xfrm>
            <a:off x="3339328" y="2516993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33" name="타원 83"/>
          <p:cNvSpPr/>
          <p:nvPr/>
        </p:nvSpPr>
        <p:spPr>
          <a:xfrm>
            <a:off x="3050986" y="5269280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34" name="타원 83"/>
          <p:cNvSpPr/>
          <p:nvPr/>
        </p:nvSpPr>
        <p:spPr>
          <a:xfrm>
            <a:off x="6531550" y="5269281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36" name=""/>
          <p:cNvSpPr/>
          <p:nvPr/>
        </p:nvSpPr>
        <p:spPr>
          <a:xfrm>
            <a:off x="4157324" y="2729755"/>
            <a:ext cx="2628328" cy="36004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Calibri"/>
              </a:rPr>
              <a:t>배송지 별명 입력창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37" name="타원 83"/>
          <p:cNvSpPr/>
          <p:nvPr/>
        </p:nvSpPr>
        <p:spPr>
          <a:xfrm>
            <a:off x="6531550" y="213592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5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14.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마이 리뷰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14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242850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사용자가 담아 놓은 장바구니 관리 페이지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내 리뷰 삭제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리뷰 상세보기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87" name="Shape 434"/>
          <p:cNvSpPr/>
          <p:nvPr/>
        </p:nvSpPr>
        <p:spPr>
          <a:xfrm>
            <a:off x="513934" y="1123602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88" name="타원 50"/>
          <p:cNvSpPr/>
          <p:nvPr/>
        </p:nvSpPr>
        <p:spPr>
          <a:xfrm>
            <a:off x="1347153" y="1268759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91" name=""/>
          <p:cNvSpPr/>
          <p:nvPr/>
        </p:nvSpPr>
        <p:spPr>
          <a:xfrm>
            <a:off x="524496" y="5825449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292" name=""/>
          <p:cNvGraphicFramePr>
            <a:graphicFrameLocks noGrp="1"/>
          </p:cNvGraphicFramePr>
          <p:nvPr/>
        </p:nvGraphicFramePr>
        <p:xfrm>
          <a:off x="513933" y="5825450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98" name=""/>
          <p:cNvSpPr/>
          <p:nvPr/>
        </p:nvSpPr>
        <p:spPr>
          <a:xfrm>
            <a:off x="513933" y="2022747"/>
            <a:ext cx="2896833" cy="3802701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06" name=""/>
          <p:cNvSpPr/>
          <p:nvPr/>
        </p:nvSpPr>
        <p:spPr>
          <a:xfrm>
            <a:off x="619746" y="2693751"/>
            <a:ext cx="2700337" cy="39604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리뷰 </a:t>
            </a:r>
            <a:r>
              <a:rPr lang="en-US" altLang="ko-KR" sz="1100">
                <a:solidFill>
                  <a:schemeClr val="dk1"/>
                </a:solidFill>
              </a:rPr>
              <a:t>1</a:t>
            </a:r>
            <a:endParaRPr lang="en-US" altLang="ko-KR" sz="1100">
              <a:solidFill>
                <a:schemeClr val="dk1"/>
              </a:solidFill>
            </a:endParaRPr>
          </a:p>
        </p:txBody>
      </p:sp>
      <p:sp>
        <p:nvSpPr>
          <p:cNvPr id="307" name=""/>
          <p:cNvSpPr/>
          <p:nvPr/>
        </p:nvSpPr>
        <p:spPr>
          <a:xfrm>
            <a:off x="604940" y="3320553"/>
            <a:ext cx="2700337" cy="3960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리뷰 </a:t>
            </a: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2</a:t>
            </a:r>
            <a:endPara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08" name=""/>
          <p:cNvSpPr/>
          <p:nvPr/>
        </p:nvSpPr>
        <p:spPr>
          <a:xfrm>
            <a:off x="623990" y="3893820"/>
            <a:ext cx="2700337" cy="3960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리뷰 </a:t>
            </a: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3</a:t>
            </a:r>
            <a:endPara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12" name=""/>
          <p:cNvSpPr/>
          <p:nvPr/>
        </p:nvSpPr>
        <p:spPr>
          <a:xfrm>
            <a:off x="799086" y="2207367"/>
            <a:ext cx="2304288" cy="288036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리뷰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316" name="Shape 434"/>
          <p:cNvSpPr/>
          <p:nvPr/>
        </p:nvSpPr>
        <p:spPr>
          <a:xfrm>
            <a:off x="4023073" y="1123604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317" name="타원 50"/>
          <p:cNvSpPr/>
          <p:nvPr/>
        </p:nvSpPr>
        <p:spPr>
          <a:xfrm>
            <a:off x="4856292" y="1268761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18" name=""/>
          <p:cNvSpPr/>
          <p:nvPr/>
        </p:nvSpPr>
        <p:spPr>
          <a:xfrm>
            <a:off x="4033635" y="5825450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319" name=""/>
          <p:cNvGraphicFramePr>
            <a:graphicFrameLocks noGrp="1"/>
          </p:cNvGraphicFramePr>
          <p:nvPr/>
        </p:nvGraphicFramePr>
        <p:xfrm>
          <a:off x="4023072" y="5825451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320" name=""/>
          <p:cNvSpPr/>
          <p:nvPr/>
        </p:nvSpPr>
        <p:spPr>
          <a:xfrm>
            <a:off x="4023072" y="2022749"/>
            <a:ext cx="2896833" cy="380270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6" name=""/>
          <p:cNvSpPr/>
          <p:nvPr/>
        </p:nvSpPr>
        <p:spPr>
          <a:xfrm>
            <a:off x="3204456" y="2588431"/>
            <a:ext cx="206310" cy="210639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x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28" name=""/>
          <p:cNvSpPr/>
          <p:nvPr/>
        </p:nvSpPr>
        <p:spPr>
          <a:xfrm>
            <a:off x="3204456" y="3210877"/>
            <a:ext cx="206310" cy="210639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x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30" name=""/>
          <p:cNvSpPr/>
          <p:nvPr/>
        </p:nvSpPr>
        <p:spPr>
          <a:xfrm>
            <a:off x="3193862" y="3822382"/>
            <a:ext cx="206310" cy="210639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x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32" name="타원 83"/>
          <p:cNvSpPr/>
          <p:nvPr/>
        </p:nvSpPr>
        <p:spPr>
          <a:xfrm>
            <a:off x="3339328" y="2516993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40" name=""/>
          <p:cNvSpPr/>
          <p:nvPr/>
        </p:nvSpPr>
        <p:spPr>
          <a:xfrm>
            <a:off x="4235886" y="2207367"/>
            <a:ext cx="2471205" cy="340528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341" name=""/>
          <p:cNvSpPr/>
          <p:nvPr/>
        </p:nvSpPr>
        <p:spPr>
          <a:xfrm>
            <a:off x="4378762" y="2946594"/>
            <a:ext cx="2158022" cy="964811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400"/>
              <a:t>이미지</a:t>
            </a:r>
            <a:endParaRPr lang="ko-KR" altLang="en-US" sz="1400"/>
          </a:p>
        </p:txBody>
      </p:sp>
      <p:sp>
        <p:nvSpPr>
          <p:cNvPr id="342" name=""/>
          <p:cNvSpPr/>
          <p:nvPr/>
        </p:nvSpPr>
        <p:spPr>
          <a:xfrm>
            <a:off x="4378762" y="4091844"/>
            <a:ext cx="2158022" cy="66082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400">
                <a:solidFill>
                  <a:schemeClr val="dk1"/>
                </a:solidFill>
              </a:rPr>
              <a:t>점수</a:t>
            </a:r>
            <a:endParaRPr lang="ko-KR" altLang="en-US" sz="1400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ko-KR" altLang="en-US" sz="1400">
                <a:solidFill>
                  <a:schemeClr val="dk1"/>
                </a:solidFill>
              </a:rPr>
              <a:t>리뷰내용</a:t>
            </a:r>
            <a:endParaRPr lang="ko-KR" altLang="en-US" sz="1400">
              <a:solidFill>
                <a:schemeClr val="dk1"/>
              </a:solidFill>
            </a:endParaRPr>
          </a:p>
        </p:txBody>
      </p:sp>
      <p:sp>
        <p:nvSpPr>
          <p:cNvPr id="343" name=""/>
          <p:cNvSpPr/>
          <p:nvPr/>
        </p:nvSpPr>
        <p:spPr>
          <a:xfrm>
            <a:off x="4378762" y="2264517"/>
            <a:ext cx="2158022" cy="58854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상품명</a:t>
            </a:r>
            <a:endParaRPr lang="ko-KR" altLang="en-US" sz="1300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	날짜</a:t>
            </a:r>
            <a:endParaRPr lang="ko-KR" altLang="en-US" sz="1300">
              <a:solidFill>
                <a:schemeClr val="dk1"/>
              </a:solidFill>
            </a:endParaRPr>
          </a:p>
        </p:txBody>
      </p:sp>
      <p:cxnSp>
        <p:nvCxnSpPr>
          <p:cNvPr id="344" name=""/>
          <p:cNvCxnSpPr/>
          <p:nvPr/>
        </p:nvCxnSpPr>
        <p:spPr>
          <a:xfrm flipV="1">
            <a:off x="2990242" y="2351385"/>
            <a:ext cx="1043393" cy="59520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5" name=""/>
          <p:cNvSpPr/>
          <p:nvPr/>
        </p:nvSpPr>
        <p:spPr>
          <a:xfrm>
            <a:off x="4378762" y="4752673"/>
            <a:ext cx="2158022" cy="66082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4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리뷰답변</a:t>
            </a:r>
            <a:endParaRPr xmlns:mc="http://schemas.openxmlformats.org/markup-compatibility/2006" xmlns:hp="http://schemas.haansoft.com/office/presentation/8.0" kumimoji="0" lang="ko-KR" altLang="en-US" sz="14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47" name="타원 83"/>
          <p:cNvSpPr/>
          <p:nvPr/>
        </p:nvSpPr>
        <p:spPr>
          <a:xfrm>
            <a:off x="3951634" y="1951311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6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15.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공지사항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15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191329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사용자가 담아 놓은 장바구니 관리 페이지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공지사항 상세보기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87" name="Shape 434"/>
          <p:cNvSpPr/>
          <p:nvPr/>
        </p:nvSpPr>
        <p:spPr>
          <a:xfrm>
            <a:off x="513934" y="1123602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88" name="타원 50"/>
          <p:cNvSpPr/>
          <p:nvPr/>
        </p:nvSpPr>
        <p:spPr>
          <a:xfrm>
            <a:off x="1347153" y="1268759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91" name=""/>
          <p:cNvSpPr/>
          <p:nvPr/>
        </p:nvSpPr>
        <p:spPr>
          <a:xfrm>
            <a:off x="524496" y="5825449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292" name=""/>
          <p:cNvGraphicFramePr>
            <a:graphicFrameLocks noGrp="1"/>
          </p:cNvGraphicFramePr>
          <p:nvPr/>
        </p:nvGraphicFramePr>
        <p:xfrm>
          <a:off x="513933" y="5825450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98" name=""/>
          <p:cNvSpPr/>
          <p:nvPr/>
        </p:nvSpPr>
        <p:spPr>
          <a:xfrm>
            <a:off x="513933" y="2022747"/>
            <a:ext cx="2896833" cy="3802701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06" name=""/>
          <p:cNvSpPr/>
          <p:nvPr/>
        </p:nvSpPr>
        <p:spPr>
          <a:xfrm>
            <a:off x="619746" y="2693751"/>
            <a:ext cx="2700337" cy="39604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공지사항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307" name=""/>
          <p:cNvSpPr/>
          <p:nvPr/>
        </p:nvSpPr>
        <p:spPr>
          <a:xfrm>
            <a:off x="604940" y="3320553"/>
            <a:ext cx="2700337" cy="3960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공지사항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08" name=""/>
          <p:cNvSpPr/>
          <p:nvPr/>
        </p:nvSpPr>
        <p:spPr>
          <a:xfrm>
            <a:off x="623990" y="3893820"/>
            <a:ext cx="2700337" cy="3960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공지사항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12" name=""/>
          <p:cNvSpPr/>
          <p:nvPr/>
        </p:nvSpPr>
        <p:spPr>
          <a:xfrm>
            <a:off x="799086" y="2207367"/>
            <a:ext cx="2304288" cy="288036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공지사항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316" name="Shape 434"/>
          <p:cNvSpPr/>
          <p:nvPr/>
        </p:nvSpPr>
        <p:spPr>
          <a:xfrm>
            <a:off x="4023073" y="1123604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317" name="타원 50"/>
          <p:cNvSpPr/>
          <p:nvPr/>
        </p:nvSpPr>
        <p:spPr>
          <a:xfrm>
            <a:off x="4856292" y="1268761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18" name=""/>
          <p:cNvSpPr/>
          <p:nvPr/>
        </p:nvSpPr>
        <p:spPr>
          <a:xfrm>
            <a:off x="4033635" y="5825450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319" name=""/>
          <p:cNvGraphicFramePr>
            <a:graphicFrameLocks noGrp="1"/>
          </p:cNvGraphicFramePr>
          <p:nvPr/>
        </p:nvGraphicFramePr>
        <p:xfrm>
          <a:off x="4023072" y="5825451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320" name=""/>
          <p:cNvSpPr/>
          <p:nvPr/>
        </p:nvSpPr>
        <p:spPr>
          <a:xfrm>
            <a:off x="4023072" y="2022749"/>
            <a:ext cx="2896833" cy="380270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40" name=""/>
          <p:cNvSpPr/>
          <p:nvPr/>
        </p:nvSpPr>
        <p:spPr>
          <a:xfrm>
            <a:off x="4235886" y="2207367"/>
            <a:ext cx="2471205" cy="340528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341" name=""/>
          <p:cNvSpPr/>
          <p:nvPr/>
        </p:nvSpPr>
        <p:spPr>
          <a:xfrm>
            <a:off x="4378762" y="2946594"/>
            <a:ext cx="2158022" cy="1145250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400"/>
              <a:t>이미지</a:t>
            </a:r>
            <a:endParaRPr lang="en-US" altLang="ko-KR" sz="1400"/>
          </a:p>
        </p:txBody>
      </p:sp>
      <p:sp>
        <p:nvSpPr>
          <p:cNvPr id="342" name=""/>
          <p:cNvSpPr/>
          <p:nvPr/>
        </p:nvSpPr>
        <p:spPr>
          <a:xfrm>
            <a:off x="4378762" y="4091844"/>
            <a:ext cx="2158022" cy="1071763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400">
                <a:solidFill>
                  <a:schemeClr val="dk1"/>
                </a:solidFill>
              </a:rPr>
              <a:t>공지사항 내용</a:t>
            </a:r>
            <a:endParaRPr lang="ko-KR" altLang="en-US" sz="1400">
              <a:solidFill>
                <a:schemeClr val="dk1"/>
              </a:solidFill>
            </a:endParaRPr>
          </a:p>
        </p:txBody>
      </p:sp>
      <p:sp>
        <p:nvSpPr>
          <p:cNvPr id="343" name=""/>
          <p:cNvSpPr/>
          <p:nvPr/>
        </p:nvSpPr>
        <p:spPr>
          <a:xfrm>
            <a:off x="4378762" y="2264517"/>
            <a:ext cx="2158022" cy="58854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공지사항 제목</a:t>
            </a:r>
            <a:endParaRPr lang="ko-KR" altLang="en-US" sz="1300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	날짜</a:t>
            </a:r>
            <a:endParaRPr lang="ko-KR" altLang="en-US" sz="1300">
              <a:solidFill>
                <a:schemeClr val="dk1"/>
              </a:solidFill>
            </a:endParaRPr>
          </a:p>
        </p:txBody>
      </p:sp>
      <p:cxnSp>
        <p:nvCxnSpPr>
          <p:cNvPr id="344" name=""/>
          <p:cNvCxnSpPr/>
          <p:nvPr/>
        </p:nvCxnSpPr>
        <p:spPr>
          <a:xfrm flipV="1">
            <a:off x="2990242" y="2351385"/>
            <a:ext cx="1043393" cy="59520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7" name="타원 83"/>
          <p:cNvSpPr/>
          <p:nvPr/>
        </p:nvSpPr>
        <p:spPr>
          <a:xfrm>
            <a:off x="3951634" y="1951311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7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15.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문의하기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17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4418280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사용자가 담아 놓은 장바구니 관리 페이지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답변 여부 확인 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답변 시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: 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답변 내용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미 답변 시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: “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답변 대기중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”-&gt;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출렦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75819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문의 분류 선택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분류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: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상품 문의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분류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: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이용 문의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분류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: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기타 문의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02724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파일 첨부시 파일 명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9296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버튼 클릭 후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“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작성 완료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”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알림 창 후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마이페이지 홈 으로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87" name="Shape 434"/>
          <p:cNvSpPr/>
          <p:nvPr/>
        </p:nvSpPr>
        <p:spPr>
          <a:xfrm>
            <a:off x="513934" y="1123602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88" name="타원 50"/>
          <p:cNvSpPr/>
          <p:nvPr/>
        </p:nvSpPr>
        <p:spPr>
          <a:xfrm>
            <a:off x="1347153" y="1268759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91" name=""/>
          <p:cNvSpPr/>
          <p:nvPr/>
        </p:nvSpPr>
        <p:spPr>
          <a:xfrm>
            <a:off x="524496" y="5825449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292" name=""/>
          <p:cNvGraphicFramePr>
            <a:graphicFrameLocks noGrp="1"/>
          </p:cNvGraphicFramePr>
          <p:nvPr/>
        </p:nvGraphicFramePr>
        <p:xfrm>
          <a:off x="513933" y="5825450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98" name=""/>
          <p:cNvSpPr/>
          <p:nvPr/>
        </p:nvSpPr>
        <p:spPr>
          <a:xfrm>
            <a:off x="513933" y="2022747"/>
            <a:ext cx="2896833" cy="3802701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06" name=""/>
          <p:cNvSpPr/>
          <p:nvPr/>
        </p:nvSpPr>
        <p:spPr>
          <a:xfrm>
            <a:off x="619746" y="2693751"/>
            <a:ext cx="2700337" cy="39604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내 문의 </a:t>
            </a:r>
            <a:r>
              <a:rPr lang="en-US" altLang="ko-KR" sz="1100">
                <a:solidFill>
                  <a:schemeClr val="dk1"/>
                </a:solidFill>
              </a:rPr>
              <a:t>1</a:t>
            </a:r>
            <a:endParaRPr lang="en-US" altLang="ko-KR" sz="1100">
              <a:solidFill>
                <a:schemeClr val="dk1"/>
              </a:solidFill>
            </a:endParaRPr>
          </a:p>
        </p:txBody>
      </p:sp>
      <p:sp>
        <p:nvSpPr>
          <p:cNvPr id="312" name=""/>
          <p:cNvSpPr/>
          <p:nvPr/>
        </p:nvSpPr>
        <p:spPr>
          <a:xfrm>
            <a:off x="799086" y="2207367"/>
            <a:ext cx="2304288" cy="288036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내 문의 목록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316" name="Shape 434"/>
          <p:cNvSpPr/>
          <p:nvPr/>
        </p:nvSpPr>
        <p:spPr>
          <a:xfrm>
            <a:off x="4023073" y="1123604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317" name="타원 50"/>
          <p:cNvSpPr/>
          <p:nvPr/>
        </p:nvSpPr>
        <p:spPr>
          <a:xfrm>
            <a:off x="4856292" y="1268761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18" name=""/>
          <p:cNvSpPr/>
          <p:nvPr/>
        </p:nvSpPr>
        <p:spPr>
          <a:xfrm>
            <a:off x="4033635" y="5825450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319" name=""/>
          <p:cNvGraphicFramePr>
            <a:graphicFrameLocks noGrp="1"/>
          </p:cNvGraphicFramePr>
          <p:nvPr/>
        </p:nvGraphicFramePr>
        <p:xfrm>
          <a:off x="4023072" y="5825451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320" name=""/>
          <p:cNvSpPr/>
          <p:nvPr/>
        </p:nvSpPr>
        <p:spPr>
          <a:xfrm>
            <a:off x="4023072" y="2022749"/>
            <a:ext cx="2896833" cy="380270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40" name=""/>
          <p:cNvSpPr/>
          <p:nvPr/>
        </p:nvSpPr>
        <p:spPr>
          <a:xfrm>
            <a:off x="4235886" y="2207367"/>
            <a:ext cx="2471205" cy="340528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342" name=""/>
          <p:cNvSpPr/>
          <p:nvPr/>
        </p:nvSpPr>
        <p:spPr>
          <a:xfrm>
            <a:off x="4392477" y="3163772"/>
            <a:ext cx="2158022" cy="1071763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400">
                <a:solidFill>
                  <a:schemeClr val="dk1"/>
                </a:solidFill>
              </a:rPr>
              <a:t>문의 사항 내용</a:t>
            </a:r>
            <a:endParaRPr lang="ko-KR" altLang="en-US" sz="1400">
              <a:solidFill>
                <a:schemeClr val="dk1"/>
              </a:solidFill>
            </a:endParaRPr>
          </a:p>
        </p:txBody>
      </p:sp>
      <p:sp>
        <p:nvSpPr>
          <p:cNvPr id="348" name=""/>
          <p:cNvSpPr/>
          <p:nvPr/>
        </p:nvSpPr>
        <p:spPr>
          <a:xfrm>
            <a:off x="799085" y="5324619"/>
            <a:ext cx="2304288" cy="28803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문의 하기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cxnSp>
        <p:nvCxnSpPr>
          <p:cNvPr id="349" name=""/>
          <p:cNvCxnSpPr/>
          <p:nvPr/>
        </p:nvCxnSpPr>
        <p:spPr>
          <a:xfrm rot="5400000" flipH="1" flipV="1">
            <a:off x="2004593" y="3450163"/>
            <a:ext cx="3117257" cy="91970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0" name=""/>
          <p:cNvSpPr/>
          <p:nvPr/>
        </p:nvSpPr>
        <p:spPr>
          <a:xfrm>
            <a:off x="617462" y="3080576"/>
            <a:ext cx="2700337" cy="3960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문의 </a:t>
            </a: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1</a:t>
            </a: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 답변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1" name=""/>
          <p:cNvSpPr/>
          <p:nvPr/>
        </p:nvSpPr>
        <p:spPr>
          <a:xfrm>
            <a:off x="620444" y="3699653"/>
            <a:ext cx="2700337" cy="3960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내 문의 </a:t>
            </a: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2</a:t>
            </a:r>
            <a:endPara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2" name=""/>
          <p:cNvSpPr/>
          <p:nvPr/>
        </p:nvSpPr>
        <p:spPr>
          <a:xfrm>
            <a:off x="618160" y="4086478"/>
            <a:ext cx="2700337" cy="3960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문의 </a:t>
            </a: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2</a:t>
            </a: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 답변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3" name="타원 83"/>
          <p:cNvSpPr/>
          <p:nvPr/>
        </p:nvSpPr>
        <p:spPr>
          <a:xfrm>
            <a:off x="549006" y="303689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55" name=""/>
          <p:cNvSpPr/>
          <p:nvPr/>
        </p:nvSpPr>
        <p:spPr>
          <a:xfrm>
            <a:off x="4392478" y="2640849"/>
            <a:ext cx="2158021" cy="3960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문의 분류 선택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6" name=""/>
          <p:cNvSpPr/>
          <p:nvPr/>
        </p:nvSpPr>
        <p:spPr>
          <a:xfrm>
            <a:off x="4403738" y="4482527"/>
            <a:ext cx="2158022" cy="26794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파일 첨부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7" name=""/>
          <p:cNvSpPr/>
          <p:nvPr/>
        </p:nvSpPr>
        <p:spPr>
          <a:xfrm>
            <a:off x="4392477" y="5190648"/>
            <a:ext cx="2158022" cy="26794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작성하기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8" name="타원 83"/>
          <p:cNvSpPr/>
          <p:nvPr/>
        </p:nvSpPr>
        <p:spPr>
          <a:xfrm>
            <a:off x="4332300" y="264084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59" name="타원 83"/>
          <p:cNvSpPr/>
          <p:nvPr/>
        </p:nvSpPr>
        <p:spPr>
          <a:xfrm>
            <a:off x="4332300" y="441108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60" name="타원 83"/>
          <p:cNvSpPr/>
          <p:nvPr/>
        </p:nvSpPr>
        <p:spPr>
          <a:xfrm>
            <a:off x="4332300" y="5119210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8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p>
            <a:pPr marL="0" indent="0" algn="l" defTabSz="914400" rtl="0" eaLnBrk="1" latinLnBrk="1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2000" b="0" i="0" u="none" strike="noStrike" kern="1200" cap="none" spc="300" normalizeH="0" baseline="0" mc:Ignorable="hp" hp:hslEmbossed="0">
                <a:solidFill>
                  <a:srgbClr val="663300"/>
                </a:solidFill>
                <a:latin typeface="Calibri"/>
              </a:rPr>
              <a:t>관리자 페이지 메뉴 정보</a:t>
            </a:r>
            <a:endParaRPr xmlns:mc="http://schemas.openxmlformats.org/markup-compatibility/2006" xmlns:hp="http://schemas.haansoft.com/office/presentation/8.0" kumimoji="0" lang="ko-KR" altLang="en-US" sz="2000" b="0" i="0" u="none" strike="noStrike" kern="1200" cap="none" spc="300" normalizeH="0" baseline="0" mc:Ignorable="hp" hp:hslEmbossed="0">
              <a:solidFill>
                <a:srgbClr val="663300"/>
              </a:solidFill>
              <a:latin typeface="Calibri"/>
            </a:endParaRPr>
          </a:p>
        </p:txBody>
      </p:sp>
      <p:graphicFrame>
        <p:nvGraphicFramePr>
          <p:cNvPr id="5" name=""/>
          <p:cNvGraphicFramePr>
            <a:graphicFrameLocks noGrp="1"/>
          </p:cNvGraphicFramePr>
          <p:nvPr/>
        </p:nvGraphicFramePr>
        <p:xfrm>
          <a:off x="354685" y="1072938"/>
          <a:ext cx="11459745" cy="2786261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2297430"/>
                <a:gridCol w="2291470"/>
                <a:gridCol w="2291470"/>
                <a:gridCol w="2287905"/>
                <a:gridCol w="2291470"/>
              </a:tblGrid>
              <a:tr h="494546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회원관리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주문관리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공지사항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상품관리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고객 문의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</a:tr>
              <a:tr h="2167952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회원 목록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*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회원 정보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회원 결제 횟수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회원 사용 금액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회원 배송지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잔여 포인트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쿠폰 내역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기본 정보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주문 내역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*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주문 정보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전체 주문내역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주문번호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=&gt;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현재 날짜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+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시간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)</a:t>
                      </a:r>
                      <a:endParaRPr lang="en-US" altLang="ko-KR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상품별 주문 내역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기간별 주문 내역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주문 통계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상품별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지역별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)</a:t>
                      </a:r>
                      <a:endParaRPr lang="en-US" altLang="ko-KR" sz="12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글 관리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*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공지사항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공지사항 작성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공지사항 삭제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공지사항 수정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상품 목록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*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상품 등록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상품 명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가격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수량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  노출 여부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*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상품 수정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상품 명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가격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수량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  노출여부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판매중지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)</a:t>
                      </a:r>
                      <a:endParaRPr lang="en-US" altLang="ko-KR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*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상품 삭제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고객 문의 내역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*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고객문의 목록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고객문의 답변하기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"/>
          <p:cNvGraphicFramePr>
            <a:graphicFrameLocks noGrp="1"/>
          </p:cNvGraphicFramePr>
          <p:nvPr/>
        </p:nvGraphicFramePr>
        <p:xfrm>
          <a:off x="366127" y="3859199"/>
          <a:ext cx="11459745" cy="2662498"/>
        </p:xfrm>
        <a:graphic>
          <a:graphicData uri="http://schemas.openxmlformats.org/drawingml/2006/table">
            <a:tbl>
              <a:tblPr firstRow="1" bandRow="1">
                <a:tableStyle styleId="{01A66EDD-3DAB-4C5B-A090-DC80EC1FD486}" styleName="Normal Style 1 - Accent 1">
                  <a:wholeTbl>
                    <a:tcTxStyle>
                      <a:fontRef idx="minor">
                        <a:prstClr val="black"/>
                      </a:fontRef>
                      <a:schemeClr val="dk1"/>
                    </a:tcTxStyle>
                    <a:tcStyle>
                      <a:tcBdr>
                        <a:left>
                          <a:ln w="12700" cmpd="sng">
                            <a:solidFill>
                              <a:schemeClr val="lt1"/>
                            </a:solidFill>
                          </a:ln>
                        </a:left>
                        <a:right>
                          <a:ln w="12700" cmpd="sng">
                            <a:solidFill>
                              <a:schemeClr val="lt1"/>
                            </a:solidFill>
                          </a:ln>
                        </a:right>
                        <a:top>
                          <a:ln w="12700" cmpd="sng">
                            <a:solidFill>
                              <a:schemeClr val="lt1"/>
                            </a:solidFill>
                          </a:ln>
                        </a:top>
                        <a:bottom>
                          <a:ln w="12700" cmpd="sng">
                            <a:solidFill>
                              <a:schemeClr val="lt1"/>
                            </a:solidFill>
                          </a:ln>
                        </a:bottom>
                        <a:insideH>
                          <a:ln w="12700" cmpd="sng">
                            <a:solidFill>
                              <a:schemeClr val="lt1"/>
                            </a:solidFill>
                          </a:ln>
                        </a:insideH>
                        <a:insideV>
                          <a:ln w="12700" cmpd="sng">
                            <a:solidFill>
                              <a:schemeClr val="lt1"/>
                            </a:solidFill>
                          </a:ln>
                        </a:insideV>
                      </a:tcBdr>
                      <a:fill>
                        <a:solidFill>
                          <a:schemeClr val="accent1">
                            <a:lum val="90000"/>
                          </a:schemeClr>
                        </a:solidFill>
                      </a:fill>
                    </a:tcStyle>
                  </a:wholeTbl>
                  <a:band1H>
                    <a:tcTxStyle/>
                    <a:tcStyle>
                      <a:tcBdr/>
                      <a:fill>
                        <a:solidFill>
                          <a:schemeClr val="accent1">
                            <a:lum val="80000"/>
                          </a:schemeClr>
                        </a:solidFill>
                      </a:fill>
                    </a:tcStyle>
                  </a:band1H>
                  <a:band2H>
                    <a:tcTxStyle/>
                    <a:tcStyle>
                      <a:tcBdr/>
                    </a:tcStyle>
                  </a:band2H>
                  <a:band1V>
                    <a:tcTxStyle/>
                    <a:tcStyle>
                      <a:tcBdr/>
                      <a:fill>
                        <a:solidFill>
                          <a:schemeClr val="accent1">
                            <a:lum val="80000"/>
                          </a:schemeClr>
                        </a:solidFill>
                      </a:fill>
                    </a:tcStyle>
                  </a:band1V>
                  <a:band2V>
                    <a:tcTxStyle/>
                    <a:tcStyle>
                      <a:tcBdr/>
                    </a:tcStyle>
                  </a:band2V>
                  <a:lastCol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/>
                      <a:fill>
                        <a:solidFill>
                          <a:schemeClr val="accent1"/>
                        </a:solidFill>
                      </a:fill>
                    </a:tcStyle>
                  </a:lastCol>
                  <a:firstCol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/>
                      <a:fill>
                        <a:solidFill>
                          <a:schemeClr val="accent1"/>
                        </a:solidFill>
                      </a:fill>
                    </a:tcStyle>
                  </a:firstCol>
                  <a:lastRow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>
                        <a:top>
                          <a:ln w="38100" cmpd="sng">
                            <a:solidFill>
                              <a:schemeClr val="lt1"/>
                            </a:solidFill>
                          </a:ln>
                        </a:top>
                      </a:tcBdr>
                      <a:fill>
                        <a:solidFill>
                          <a:schemeClr val="accent1"/>
                        </a:solidFill>
                      </a:fill>
                    </a:tcStyle>
                  </a:lastRow>
                  <a:firstRow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>
                        <a:bottom>
                          <a:ln w="38100" cmpd="sng">
                            <a:solidFill>
                              <a:schemeClr val="lt1"/>
                            </a:solidFill>
                          </a:ln>
                        </a:bottom>
                      </a:tcBdr>
                      <a:fill>
                        <a:solidFill>
                          <a:schemeClr val="accent1"/>
                        </a:solidFill>
                      </a:fill>
                    </a:tcStyle>
                  </a:firstRow>
                </a:tableStyle>
              </a:tblPr>
              <a:tblGrid>
                <a:gridCol w="2297430"/>
                <a:gridCol w="2291470"/>
                <a:gridCol w="2291470"/>
                <a:gridCol w="2287905"/>
                <a:gridCol w="2291470"/>
              </a:tblGrid>
              <a:tr h="494546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지점관리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</a:tr>
              <a:tr h="2167952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지점 목록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*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지점 정보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지점 위치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카카오 지도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)</a:t>
                      </a:r>
                      <a:endParaRPr lang="en-US" altLang="ko-KR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지점 연락처 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지점 관리자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지점 전용 아이디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en-US" altLang="ko-KR" sz="12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9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6956132" cy="3609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관리자 페이지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로그인 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6453859" y="6542033"/>
            <a:ext cx="2625969" cy="365125"/>
          </a:xfrm>
        </p:spPr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19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348" name=""/>
          <p:cNvSpPr/>
          <p:nvPr/>
        </p:nvSpPr>
        <p:spPr>
          <a:xfrm>
            <a:off x="348002" y="981278"/>
            <a:ext cx="8785966" cy="556629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55" name=""/>
          <p:cNvSpPr/>
          <p:nvPr/>
        </p:nvSpPr>
        <p:spPr>
          <a:xfrm>
            <a:off x="348001" y="981278"/>
            <a:ext cx="8785966" cy="74983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56" name=""/>
          <p:cNvSpPr/>
          <p:nvPr/>
        </p:nvSpPr>
        <p:spPr>
          <a:xfrm>
            <a:off x="464596" y="1093348"/>
            <a:ext cx="1631409" cy="516781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/>
              <a:t> </a:t>
            </a:r>
            <a:r>
              <a:rPr lang="en-US" altLang="ko-KR"/>
              <a:t>LOGO</a:t>
            </a:r>
            <a:endParaRPr lang="en-US" altLang="ko-KR"/>
          </a:p>
        </p:txBody>
      </p:sp>
      <p:sp>
        <p:nvSpPr>
          <p:cNvPr id="357" name=""/>
          <p:cNvSpPr/>
          <p:nvPr/>
        </p:nvSpPr>
        <p:spPr>
          <a:xfrm>
            <a:off x="7613413" y="1093348"/>
            <a:ext cx="1327420" cy="25839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날짜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358" name=""/>
          <p:cNvSpPr/>
          <p:nvPr/>
        </p:nvSpPr>
        <p:spPr>
          <a:xfrm>
            <a:off x="2759716" y="2897019"/>
            <a:ext cx="3901196" cy="2512978"/>
          </a:xfrm>
          <a:prstGeom prst="rect">
            <a:avLst/>
          </a:prstGeom>
          <a:solidFill>
            <a:srgbClr val="9be5c8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59" name=""/>
          <p:cNvSpPr/>
          <p:nvPr/>
        </p:nvSpPr>
        <p:spPr>
          <a:xfrm>
            <a:off x="3783146" y="3028748"/>
            <a:ext cx="1793538" cy="400252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관리자 로그인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360" name=""/>
          <p:cNvSpPr/>
          <p:nvPr/>
        </p:nvSpPr>
        <p:spPr>
          <a:xfrm>
            <a:off x="2759716" y="3750632"/>
            <a:ext cx="587712" cy="54473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anchorCtr="1"/>
          <a:p>
            <a:pPr algn="ctr">
              <a:defRPr/>
            </a:pPr>
            <a:r>
              <a:rPr lang="en-US" altLang="ko-KR" sz="1300">
                <a:solidFill>
                  <a:schemeClr val="dk1"/>
                </a:solidFill>
              </a:rPr>
              <a:t>ID</a:t>
            </a:r>
            <a:endParaRPr lang="en-US" altLang="ko-KR" sz="1300">
              <a:solidFill>
                <a:schemeClr val="dk1"/>
              </a:solidFill>
            </a:endParaRPr>
          </a:p>
        </p:txBody>
      </p:sp>
      <p:sp>
        <p:nvSpPr>
          <p:cNvPr id="361" name=""/>
          <p:cNvSpPr/>
          <p:nvPr/>
        </p:nvSpPr>
        <p:spPr>
          <a:xfrm>
            <a:off x="2759716" y="4295370"/>
            <a:ext cx="587712" cy="54473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 anchorCtr="1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3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PW</a:t>
            </a:r>
            <a:endParaRPr xmlns:mc="http://schemas.openxmlformats.org/markup-compatibility/2006" xmlns:hp="http://schemas.haansoft.com/office/presentation/8.0" kumimoji="0" lang="en-US" altLang="ko-KR" sz="13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2" name=""/>
          <p:cNvSpPr/>
          <p:nvPr/>
        </p:nvSpPr>
        <p:spPr>
          <a:xfrm>
            <a:off x="3347428" y="3750631"/>
            <a:ext cx="2406582" cy="54473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 anchorCtr="1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en-US" altLang="ko-KR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63" name=""/>
          <p:cNvSpPr/>
          <p:nvPr/>
        </p:nvSpPr>
        <p:spPr>
          <a:xfrm>
            <a:off x="3347428" y="4295370"/>
            <a:ext cx="2406582" cy="54473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 anchorCtr="1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en-US" altLang="ko-KR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4" name=""/>
          <p:cNvSpPr/>
          <p:nvPr/>
        </p:nvSpPr>
        <p:spPr>
          <a:xfrm>
            <a:off x="5754011" y="3750632"/>
            <a:ext cx="906902" cy="1089476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altLang="ko-KR" sz="1400">
                <a:solidFill>
                  <a:schemeClr val="dk1"/>
                </a:solidFill>
              </a:rPr>
              <a:t>login</a:t>
            </a:r>
            <a:endParaRPr lang="en-US" altLang="ko-KR" sz="1400">
              <a:solidFill>
                <a:schemeClr val="dk1"/>
              </a:solidFill>
            </a:endParaRPr>
          </a:p>
        </p:txBody>
      </p:sp>
      <p:cxnSp>
        <p:nvCxnSpPr>
          <p:cNvPr id="365" name=""/>
          <p:cNvCxnSpPr/>
          <p:nvPr/>
        </p:nvCxnSpPr>
        <p:spPr>
          <a:xfrm flipV="1">
            <a:off x="6660912" y="2116779"/>
            <a:ext cx="2682707" cy="1906221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6" name=""/>
          <p:cNvSpPr/>
          <p:nvPr/>
        </p:nvSpPr>
        <p:spPr>
          <a:xfrm>
            <a:off x="9343619" y="1372844"/>
            <a:ext cx="2375512" cy="109486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7" name=""/>
          <p:cNvSpPr/>
          <p:nvPr/>
        </p:nvSpPr>
        <p:spPr>
          <a:xfrm>
            <a:off x="9563904" y="2137885"/>
            <a:ext cx="1865560" cy="200633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확인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9" name=""/>
          <p:cNvSpPr/>
          <p:nvPr/>
        </p:nvSpPr>
        <p:spPr>
          <a:xfrm>
            <a:off x="9563904" y="1610130"/>
            <a:ext cx="1865560" cy="38428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로그인에 실패하셨습니다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75" name=""/>
          <p:cNvSpPr/>
          <p:nvPr/>
        </p:nvSpPr>
        <p:spPr>
          <a:xfrm>
            <a:off x="9378310" y="5158986"/>
            <a:ext cx="2375512" cy="109486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76" name=""/>
          <p:cNvSpPr/>
          <p:nvPr/>
        </p:nvSpPr>
        <p:spPr>
          <a:xfrm>
            <a:off x="9598595" y="5924027"/>
            <a:ext cx="1865560" cy="200633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확인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77" name=""/>
          <p:cNvSpPr/>
          <p:nvPr/>
        </p:nvSpPr>
        <p:spPr>
          <a:xfrm>
            <a:off x="9598595" y="5396272"/>
            <a:ext cx="1865560" cy="38428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로그인에 성공하셨습니다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cxnSp>
        <p:nvCxnSpPr>
          <p:cNvPr id="378" name=""/>
          <p:cNvCxnSpPr>
            <a:endCxn id="375" idx="1"/>
          </p:cNvCxnSpPr>
          <p:nvPr/>
        </p:nvCxnSpPr>
        <p:spPr>
          <a:xfrm>
            <a:off x="6660913" y="4295371"/>
            <a:ext cx="2717397" cy="1411049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9" name=""/>
          <p:cNvCxnSpPr/>
          <p:nvPr/>
        </p:nvCxnSpPr>
        <p:spPr>
          <a:xfrm rot="16200000" flipV="1">
            <a:off x="9438941" y="4625633"/>
            <a:ext cx="1103948" cy="159698"/>
          </a:xfrm>
          <a:prstGeom prst="straightConnector1">
            <a:avLst/>
          </a:prstGeom>
          <a:noFill/>
          <a:ln w="12700" cap="flat" cmpd="sng" algn="ctr">
            <a:solidFill>
              <a:srgbClr val="5e81d9">
                <a:alpha val="100000"/>
              </a:srgbClr>
            </a:solidFill>
            <a:prstDash val="solid"/>
            <a:tailEnd type="arrow"/>
          </a:ln>
        </p:spPr>
      </p:cxnSp>
      <p:sp>
        <p:nvSpPr>
          <p:cNvPr id="380" name=""/>
          <p:cNvSpPr/>
          <p:nvPr/>
        </p:nvSpPr>
        <p:spPr>
          <a:xfrm>
            <a:off x="9343619" y="3559507"/>
            <a:ext cx="2410203" cy="59400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관리자 회원관리 페이지 이동</a:t>
            </a:r>
            <a:endParaRPr lang="ko-KR" altLang="en-US" sz="1100">
              <a:solidFill>
                <a:schemeClr val="dk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0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6956132" cy="3609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관리자 페이지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서브 메뉴 틀 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/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 관리자 메인 화면 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18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348" name=""/>
          <p:cNvSpPr/>
          <p:nvPr/>
        </p:nvSpPr>
        <p:spPr>
          <a:xfrm>
            <a:off x="3253634" y="981278"/>
            <a:ext cx="8785966" cy="556629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55" name=""/>
          <p:cNvSpPr/>
          <p:nvPr/>
        </p:nvSpPr>
        <p:spPr>
          <a:xfrm>
            <a:off x="3253633" y="981278"/>
            <a:ext cx="8785966" cy="74983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3" name=""/>
          <p:cNvGraphicFramePr>
            <a:graphicFrameLocks noGrp="1"/>
          </p:cNvGraphicFramePr>
          <p:nvPr/>
        </p:nvGraphicFramePr>
        <p:xfrm>
          <a:off x="191322" y="981278"/>
          <a:ext cx="1512188" cy="5544684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359754"/>
                <a:gridCol w="1152434"/>
              </a:tblGrid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300">
                          <a:solidFill>
                            <a:schemeClr val="lt1"/>
                          </a:solidFill>
                          <a:effectLst/>
                        </a:rPr>
                        <a:t>메인 메뉴</a:t>
                      </a:r>
                      <a:endParaRPr lang="ko-KR" altLang="en-US" sz="1300">
                        <a:solidFill>
                          <a:schemeClr val="lt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회원관리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주문 관리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공지사항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고객 문의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상품 관리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지점 관리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</a:tbl>
          </a:graphicData>
        </a:graphic>
      </p:graphicFrame>
      <p:graphicFrame>
        <p:nvGraphicFramePr>
          <p:cNvPr id="354" name=""/>
          <p:cNvGraphicFramePr>
            <a:graphicFrameLocks noGrp="1"/>
          </p:cNvGraphicFramePr>
          <p:nvPr/>
        </p:nvGraphicFramePr>
        <p:xfrm>
          <a:off x="1703511" y="978289"/>
          <a:ext cx="1512188" cy="5544684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359754"/>
                <a:gridCol w="1152434"/>
              </a:tblGrid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300">
                          <a:solidFill>
                            <a:schemeClr val="lt1"/>
                          </a:solidFill>
                          <a:effectLst/>
                        </a:rPr>
                        <a:t>서브 메뉴</a:t>
                      </a:r>
                      <a:endParaRPr lang="ko-KR" altLang="en-US" sz="1300">
                        <a:solidFill>
                          <a:schemeClr val="lt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</a:tbl>
          </a:graphicData>
        </a:graphic>
      </p:graphicFrame>
      <p:sp>
        <p:nvSpPr>
          <p:cNvPr id="356" name=""/>
          <p:cNvSpPr/>
          <p:nvPr/>
        </p:nvSpPr>
        <p:spPr>
          <a:xfrm>
            <a:off x="3978206" y="1097806"/>
            <a:ext cx="1631409" cy="516781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/>
              <a:t> </a:t>
            </a:r>
            <a:r>
              <a:rPr lang="en-US" altLang="ko-KR"/>
              <a:t>LOGO</a:t>
            </a:r>
            <a:endParaRPr lang="en-US" altLang="ko-KR"/>
          </a:p>
        </p:txBody>
      </p:sp>
      <p:sp>
        <p:nvSpPr>
          <p:cNvPr id="357" name=""/>
          <p:cNvSpPr/>
          <p:nvPr/>
        </p:nvSpPr>
        <p:spPr>
          <a:xfrm>
            <a:off x="10519045" y="1093348"/>
            <a:ext cx="1327420" cy="25839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날짜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358" name=""/>
          <p:cNvSpPr/>
          <p:nvPr/>
        </p:nvSpPr>
        <p:spPr>
          <a:xfrm>
            <a:off x="3253634" y="1097806"/>
            <a:ext cx="724572" cy="516781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ㅡ</a:t>
            </a:r>
            <a:endParaRPr lang="ko-KR" altLang="en-US" sz="1000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ㅡ</a:t>
            </a:r>
            <a:endParaRPr lang="ko-KR" altLang="en-US" sz="1000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ㅡ</a:t>
            </a:r>
            <a:endParaRPr lang="ko-KR" altLang="en-US" sz="1000">
              <a:solidFill>
                <a:schemeClr val="dk1"/>
              </a:solidFill>
            </a:endParaRPr>
          </a:p>
        </p:txBody>
      </p:sp>
      <p:cxnSp>
        <p:nvCxnSpPr>
          <p:cNvPr id="359" name=""/>
          <p:cNvCxnSpPr/>
          <p:nvPr/>
        </p:nvCxnSpPr>
        <p:spPr>
          <a:xfrm rot="10800000" flipV="1">
            <a:off x="1470295" y="1222543"/>
            <a:ext cx="1894867" cy="133653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0" name=""/>
          <p:cNvSpPr/>
          <p:nvPr/>
        </p:nvSpPr>
        <p:spPr>
          <a:xfrm>
            <a:off x="3481691" y="1903986"/>
            <a:ext cx="8364774" cy="4428112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내용</a:t>
            </a: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361" name=""/>
          <p:cNvSpPr/>
          <p:nvPr/>
        </p:nvSpPr>
        <p:spPr>
          <a:xfrm>
            <a:off x="10519045" y="1389838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현재 메뉴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관리자 페이지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회원관리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19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348" name=""/>
          <p:cNvSpPr/>
          <p:nvPr/>
        </p:nvSpPr>
        <p:spPr>
          <a:xfrm>
            <a:off x="350600" y="956677"/>
            <a:ext cx="8785966" cy="556629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1" name=""/>
          <p:cNvGraphicFramePr>
            <a:graphicFrameLocks noGrp="1"/>
          </p:cNvGraphicFramePr>
          <p:nvPr/>
        </p:nvGraphicFramePr>
        <p:xfrm>
          <a:off x="9359490" y="971752"/>
          <a:ext cx="2514276" cy="3770739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597846"/>
                <a:gridCol w="1916430"/>
              </a:tblGrid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300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 sz="1300" b="1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회원 관리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해당 회원 주문내역 리스트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해당 회원 정보수정 페이지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해당 회원 삭제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회원 검색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5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정렬방식 선택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이름순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,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6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회원 상세정보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56" name=""/>
          <p:cNvSpPr/>
          <p:nvPr/>
        </p:nvSpPr>
        <p:spPr>
          <a:xfrm>
            <a:off x="350599" y="956677"/>
            <a:ext cx="8785966" cy="74983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7" name=""/>
          <p:cNvSpPr/>
          <p:nvPr/>
        </p:nvSpPr>
        <p:spPr>
          <a:xfrm>
            <a:off x="1075172" y="1073205"/>
            <a:ext cx="1631409" cy="516781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 </a:t>
            </a: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LOGO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58" name=""/>
          <p:cNvSpPr/>
          <p:nvPr/>
        </p:nvSpPr>
        <p:spPr>
          <a:xfrm>
            <a:off x="7616011" y="106874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날짜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9" name=""/>
          <p:cNvSpPr/>
          <p:nvPr/>
        </p:nvSpPr>
        <p:spPr>
          <a:xfrm>
            <a:off x="350600" y="1073205"/>
            <a:ext cx="724572" cy="51678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0" name=""/>
          <p:cNvSpPr/>
          <p:nvPr/>
        </p:nvSpPr>
        <p:spPr>
          <a:xfrm>
            <a:off x="7616011" y="136523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회원 관리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1" name=""/>
          <p:cNvSpPr/>
          <p:nvPr/>
        </p:nvSpPr>
        <p:spPr>
          <a:xfrm>
            <a:off x="464564" y="1862248"/>
            <a:ext cx="8466168" cy="467978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63" name=""/>
          <p:cNvSpPr/>
          <p:nvPr/>
        </p:nvSpPr>
        <p:spPr>
          <a:xfrm>
            <a:off x="620470" y="2458003"/>
            <a:ext cx="8177313" cy="1281822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365" name=""/>
          <p:cNvSpPr/>
          <p:nvPr/>
        </p:nvSpPr>
        <p:spPr>
          <a:xfrm>
            <a:off x="724364" y="2600287"/>
            <a:ext cx="777674" cy="48596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고유번호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366" name=""/>
          <p:cNvSpPr/>
          <p:nvPr/>
        </p:nvSpPr>
        <p:spPr>
          <a:xfrm>
            <a:off x="1502039" y="2600076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아이디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7" name=""/>
          <p:cNvSpPr/>
          <p:nvPr/>
        </p:nvSpPr>
        <p:spPr>
          <a:xfrm>
            <a:off x="2279714" y="2600076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이름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8" name=""/>
          <p:cNvSpPr/>
          <p:nvPr/>
        </p:nvSpPr>
        <p:spPr>
          <a:xfrm>
            <a:off x="3835064" y="2600287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전화번호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9" name=""/>
          <p:cNvSpPr/>
          <p:nvPr/>
        </p:nvSpPr>
        <p:spPr>
          <a:xfrm>
            <a:off x="4612739" y="2600287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포인트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70" name=""/>
          <p:cNvSpPr/>
          <p:nvPr/>
        </p:nvSpPr>
        <p:spPr>
          <a:xfrm>
            <a:off x="3057389" y="2600287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닉네임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71" name=""/>
          <p:cNvSpPr/>
          <p:nvPr/>
        </p:nvSpPr>
        <p:spPr>
          <a:xfrm>
            <a:off x="5390414" y="2600287"/>
            <a:ext cx="1010733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가입일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74" name=""/>
          <p:cNvSpPr/>
          <p:nvPr/>
        </p:nvSpPr>
        <p:spPr>
          <a:xfrm>
            <a:off x="6401147" y="2600287"/>
            <a:ext cx="1010733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최종 접속일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75" name=""/>
          <p:cNvSpPr/>
          <p:nvPr/>
        </p:nvSpPr>
        <p:spPr>
          <a:xfrm>
            <a:off x="7411879" y="2600287"/>
            <a:ext cx="1142460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마지막 주문일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76" name=""/>
          <p:cNvSpPr/>
          <p:nvPr/>
        </p:nvSpPr>
        <p:spPr>
          <a:xfrm>
            <a:off x="724363" y="3086247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구매횟수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77" name=""/>
          <p:cNvSpPr/>
          <p:nvPr/>
        </p:nvSpPr>
        <p:spPr>
          <a:xfrm>
            <a:off x="6123896" y="3313817"/>
            <a:ext cx="1103024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주문내역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78" name=""/>
          <p:cNvSpPr/>
          <p:nvPr/>
        </p:nvSpPr>
        <p:spPr>
          <a:xfrm>
            <a:off x="7226921" y="3313817"/>
            <a:ext cx="663709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수정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79" name="타원 83"/>
          <p:cNvSpPr/>
          <p:nvPr/>
        </p:nvSpPr>
        <p:spPr>
          <a:xfrm>
            <a:off x="6052458" y="324237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80" name="타원 83"/>
          <p:cNvSpPr/>
          <p:nvPr/>
        </p:nvSpPr>
        <p:spPr>
          <a:xfrm>
            <a:off x="7176524" y="324237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81" name=""/>
          <p:cNvSpPr/>
          <p:nvPr/>
        </p:nvSpPr>
        <p:spPr>
          <a:xfrm>
            <a:off x="7890630" y="3313817"/>
            <a:ext cx="663709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0000"/>
                </a:solidFill>
                <a:latin typeface="Calibri"/>
                <a:ea typeface="맑은 고딕"/>
                <a:cs typeface="맑은 고딕"/>
              </a:rPr>
              <a:t>삭제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2" name="타원 83"/>
          <p:cNvSpPr/>
          <p:nvPr/>
        </p:nvSpPr>
        <p:spPr>
          <a:xfrm>
            <a:off x="7840233" y="324237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83" name=""/>
          <p:cNvSpPr/>
          <p:nvPr/>
        </p:nvSpPr>
        <p:spPr>
          <a:xfrm>
            <a:off x="620470" y="3739825"/>
            <a:ext cx="8177313" cy="1281822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4" name=""/>
          <p:cNvSpPr/>
          <p:nvPr/>
        </p:nvSpPr>
        <p:spPr>
          <a:xfrm>
            <a:off x="724364" y="3882109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고유번호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5" name=""/>
          <p:cNvSpPr/>
          <p:nvPr/>
        </p:nvSpPr>
        <p:spPr>
          <a:xfrm>
            <a:off x="1502039" y="3881898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아이디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6" name=""/>
          <p:cNvSpPr/>
          <p:nvPr/>
        </p:nvSpPr>
        <p:spPr>
          <a:xfrm>
            <a:off x="2279714" y="3881898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이름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7" name=""/>
          <p:cNvSpPr/>
          <p:nvPr/>
        </p:nvSpPr>
        <p:spPr>
          <a:xfrm>
            <a:off x="3835064" y="3882109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전화번호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8" name=""/>
          <p:cNvSpPr/>
          <p:nvPr/>
        </p:nvSpPr>
        <p:spPr>
          <a:xfrm>
            <a:off x="4612739" y="3882109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포인트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9" name=""/>
          <p:cNvSpPr/>
          <p:nvPr/>
        </p:nvSpPr>
        <p:spPr>
          <a:xfrm>
            <a:off x="3057389" y="3882109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닉네임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90" name=""/>
          <p:cNvSpPr/>
          <p:nvPr/>
        </p:nvSpPr>
        <p:spPr>
          <a:xfrm>
            <a:off x="5390414" y="3882109"/>
            <a:ext cx="1010733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가입일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91" name=""/>
          <p:cNvSpPr/>
          <p:nvPr/>
        </p:nvSpPr>
        <p:spPr>
          <a:xfrm>
            <a:off x="6401147" y="3882109"/>
            <a:ext cx="1010733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최종 접속일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92" name=""/>
          <p:cNvSpPr/>
          <p:nvPr/>
        </p:nvSpPr>
        <p:spPr>
          <a:xfrm>
            <a:off x="7411880" y="3882109"/>
            <a:ext cx="1142460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마지막 주문일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93" name=""/>
          <p:cNvSpPr/>
          <p:nvPr/>
        </p:nvSpPr>
        <p:spPr>
          <a:xfrm>
            <a:off x="724364" y="4368070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구매횟수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94" name=""/>
          <p:cNvSpPr/>
          <p:nvPr/>
        </p:nvSpPr>
        <p:spPr>
          <a:xfrm>
            <a:off x="6123896" y="4595639"/>
            <a:ext cx="1103024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주문내역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95" name=""/>
          <p:cNvSpPr/>
          <p:nvPr/>
        </p:nvSpPr>
        <p:spPr>
          <a:xfrm>
            <a:off x="7226921" y="4595639"/>
            <a:ext cx="663709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수정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96" name="타원 83"/>
          <p:cNvSpPr/>
          <p:nvPr/>
        </p:nvSpPr>
        <p:spPr>
          <a:xfrm>
            <a:off x="6052458" y="4524201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97" name="타원 83"/>
          <p:cNvSpPr/>
          <p:nvPr/>
        </p:nvSpPr>
        <p:spPr>
          <a:xfrm>
            <a:off x="7176524" y="4524201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98" name=""/>
          <p:cNvSpPr/>
          <p:nvPr/>
        </p:nvSpPr>
        <p:spPr>
          <a:xfrm>
            <a:off x="7890631" y="4595640"/>
            <a:ext cx="663709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0000"/>
                </a:solidFill>
                <a:latin typeface="Calibri"/>
                <a:ea typeface="맑은 고딕"/>
                <a:cs typeface="맑은 고딕"/>
              </a:rPr>
              <a:t>삭제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99" name="타원 83"/>
          <p:cNvSpPr/>
          <p:nvPr/>
        </p:nvSpPr>
        <p:spPr>
          <a:xfrm>
            <a:off x="7840234" y="4524202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400" name=""/>
          <p:cNvSpPr/>
          <p:nvPr/>
        </p:nvSpPr>
        <p:spPr>
          <a:xfrm>
            <a:off x="620471" y="5021646"/>
            <a:ext cx="8177313" cy="1281822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01" name=""/>
          <p:cNvSpPr/>
          <p:nvPr/>
        </p:nvSpPr>
        <p:spPr>
          <a:xfrm>
            <a:off x="724365" y="5163931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고유번호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02" name=""/>
          <p:cNvSpPr/>
          <p:nvPr/>
        </p:nvSpPr>
        <p:spPr>
          <a:xfrm>
            <a:off x="1502040" y="5163720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아이디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03" name=""/>
          <p:cNvSpPr/>
          <p:nvPr/>
        </p:nvSpPr>
        <p:spPr>
          <a:xfrm>
            <a:off x="2279715" y="5163720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이름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04" name=""/>
          <p:cNvSpPr/>
          <p:nvPr/>
        </p:nvSpPr>
        <p:spPr>
          <a:xfrm>
            <a:off x="3835065" y="5163931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전화번호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05" name=""/>
          <p:cNvSpPr/>
          <p:nvPr/>
        </p:nvSpPr>
        <p:spPr>
          <a:xfrm>
            <a:off x="4612740" y="5163931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포인트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06" name=""/>
          <p:cNvSpPr/>
          <p:nvPr/>
        </p:nvSpPr>
        <p:spPr>
          <a:xfrm>
            <a:off x="3057390" y="5163931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닉네임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07" name=""/>
          <p:cNvSpPr/>
          <p:nvPr/>
        </p:nvSpPr>
        <p:spPr>
          <a:xfrm>
            <a:off x="5390415" y="5163931"/>
            <a:ext cx="1010733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가입일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08" name=""/>
          <p:cNvSpPr/>
          <p:nvPr/>
        </p:nvSpPr>
        <p:spPr>
          <a:xfrm>
            <a:off x="6401148" y="5163931"/>
            <a:ext cx="1010733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최종 접속일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09" name=""/>
          <p:cNvSpPr/>
          <p:nvPr/>
        </p:nvSpPr>
        <p:spPr>
          <a:xfrm>
            <a:off x="7411880" y="5163931"/>
            <a:ext cx="1142460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마지막 주문일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10" name=""/>
          <p:cNvSpPr/>
          <p:nvPr/>
        </p:nvSpPr>
        <p:spPr>
          <a:xfrm>
            <a:off x="724364" y="5649891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구매횟수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11" name=""/>
          <p:cNvSpPr/>
          <p:nvPr/>
        </p:nvSpPr>
        <p:spPr>
          <a:xfrm>
            <a:off x="6123897" y="5877461"/>
            <a:ext cx="1103024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주문내역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12" name=""/>
          <p:cNvSpPr/>
          <p:nvPr/>
        </p:nvSpPr>
        <p:spPr>
          <a:xfrm>
            <a:off x="7226922" y="5877461"/>
            <a:ext cx="663709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수정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13" name="타원 83"/>
          <p:cNvSpPr/>
          <p:nvPr/>
        </p:nvSpPr>
        <p:spPr>
          <a:xfrm>
            <a:off x="6052459" y="5806023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414" name="타원 83"/>
          <p:cNvSpPr/>
          <p:nvPr/>
        </p:nvSpPr>
        <p:spPr>
          <a:xfrm>
            <a:off x="7176525" y="5806023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415" name=""/>
          <p:cNvSpPr/>
          <p:nvPr/>
        </p:nvSpPr>
        <p:spPr>
          <a:xfrm>
            <a:off x="7890631" y="5877461"/>
            <a:ext cx="663709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0000"/>
                </a:solidFill>
                <a:latin typeface="Calibri"/>
                <a:ea typeface="맑은 고딕"/>
                <a:cs typeface="맑은 고딕"/>
              </a:rPr>
              <a:t>삭제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16" name="타원 83"/>
          <p:cNvSpPr/>
          <p:nvPr/>
        </p:nvSpPr>
        <p:spPr>
          <a:xfrm>
            <a:off x="7840234" y="5806023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417" name=""/>
          <p:cNvSpPr/>
          <p:nvPr/>
        </p:nvSpPr>
        <p:spPr>
          <a:xfrm>
            <a:off x="1959109" y="1974917"/>
            <a:ext cx="4316649" cy="37492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검색 텍스트 박스</a:t>
            </a:r>
            <a:endParaRPr lang="ko-KR" altLang="en-US" sz="1200">
              <a:solidFill>
                <a:schemeClr val="dk1"/>
              </a:solidFill>
            </a:endParaRPr>
          </a:p>
        </p:txBody>
      </p:sp>
      <p:sp>
        <p:nvSpPr>
          <p:cNvPr id="418" name=""/>
          <p:cNvSpPr/>
          <p:nvPr/>
        </p:nvSpPr>
        <p:spPr>
          <a:xfrm>
            <a:off x="6275759" y="1974917"/>
            <a:ext cx="768668" cy="37492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검색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420" name=""/>
          <p:cNvSpPr/>
          <p:nvPr/>
        </p:nvSpPr>
        <p:spPr>
          <a:xfrm>
            <a:off x="7470364" y="2033182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정렬방식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21" name="타원 83"/>
          <p:cNvSpPr/>
          <p:nvPr/>
        </p:nvSpPr>
        <p:spPr>
          <a:xfrm>
            <a:off x="7415901" y="1961744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5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422" name="타원 83"/>
          <p:cNvSpPr/>
          <p:nvPr/>
        </p:nvSpPr>
        <p:spPr>
          <a:xfrm>
            <a:off x="6972989" y="190347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423" name="타원 83"/>
          <p:cNvSpPr/>
          <p:nvPr/>
        </p:nvSpPr>
        <p:spPr>
          <a:xfrm>
            <a:off x="724365" y="2647636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6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cxnSp>
        <p:nvCxnSpPr>
          <p:cNvPr id="424" name=""/>
          <p:cNvCxnSpPr/>
          <p:nvPr/>
        </p:nvCxnSpPr>
        <p:spPr>
          <a:xfrm rot="16200000" flipH="1">
            <a:off x="8320531" y="3806031"/>
            <a:ext cx="1449441" cy="981789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5" name=""/>
          <p:cNvSpPr/>
          <p:nvPr/>
        </p:nvSpPr>
        <p:spPr>
          <a:xfrm>
            <a:off x="9498254" y="5040982"/>
            <a:ext cx="2375512" cy="109486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426" name=""/>
          <p:cNvSpPr/>
          <p:nvPr/>
        </p:nvSpPr>
        <p:spPr>
          <a:xfrm>
            <a:off x="9718539" y="5806023"/>
            <a:ext cx="898089" cy="200633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rgbClr val="000000"/>
                </a:solidFill>
              </a:rPr>
              <a:t>삭제</a:t>
            </a:r>
            <a:endParaRPr lang="ko-KR" altLang="en-US" sz="1200">
              <a:solidFill>
                <a:srgbClr val="000000"/>
              </a:solidFill>
            </a:endParaRPr>
          </a:p>
        </p:txBody>
      </p:sp>
      <p:sp>
        <p:nvSpPr>
          <p:cNvPr id="427" name=""/>
          <p:cNvSpPr/>
          <p:nvPr/>
        </p:nvSpPr>
        <p:spPr>
          <a:xfrm>
            <a:off x="10686010" y="5806023"/>
            <a:ext cx="898089" cy="200633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취소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28" name=""/>
          <p:cNvSpPr/>
          <p:nvPr/>
        </p:nvSpPr>
        <p:spPr>
          <a:xfrm>
            <a:off x="9718539" y="5278268"/>
            <a:ext cx="1865560" cy="38428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정말로 삭제하시겠습니까</a:t>
            </a:r>
            <a:endParaRPr lang="ko-KR" altLang="en-US" sz="1000">
              <a:solidFill>
                <a:schemeClr val="dk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관리자 페이지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회원상세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1)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20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348" name=""/>
          <p:cNvSpPr/>
          <p:nvPr/>
        </p:nvSpPr>
        <p:spPr>
          <a:xfrm>
            <a:off x="350600" y="956677"/>
            <a:ext cx="8785966" cy="556629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1" name=""/>
          <p:cNvGraphicFramePr>
            <a:graphicFrameLocks noGrp="1"/>
          </p:cNvGraphicFramePr>
          <p:nvPr/>
        </p:nvGraphicFramePr>
        <p:xfrm>
          <a:off x="9359490" y="971752"/>
          <a:ext cx="2514276" cy="1675884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597846"/>
                <a:gridCol w="1916430"/>
              </a:tblGrid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300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 sz="1300" b="1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회원 관리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56" name=""/>
          <p:cNvSpPr/>
          <p:nvPr/>
        </p:nvSpPr>
        <p:spPr>
          <a:xfrm>
            <a:off x="350599" y="956677"/>
            <a:ext cx="8785966" cy="74983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7" name=""/>
          <p:cNvSpPr/>
          <p:nvPr/>
        </p:nvSpPr>
        <p:spPr>
          <a:xfrm>
            <a:off x="1075172" y="1073205"/>
            <a:ext cx="1631409" cy="516781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 </a:t>
            </a: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LOGO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58" name=""/>
          <p:cNvSpPr/>
          <p:nvPr/>
        </p:nvSpPr>
        <p:spPr>
          <a:xfrm>
            <a:off x="7616011" y="106874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날짜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9" name=""/>
          <p:cNvSpPr/>
          <p:nvPr/>
        </p:nvSpPr>
        <p:spPr>
          <a:xfrm>
            <a:off x="350600" y="1073205"/>
            <a:ext cx="724572" cy="51678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0" name=""/>
          <p:cNvSpPr/>
          <p:nvPr/>
        </p:nvSpPr>
        <p:spPr>
          <a:xfrm>
            <a:off x="7616011" y="136523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회원 관리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cxnSp>
        <p:nvCxnSpPr>
          <p:cNvPr id="424" name=""/>
          <p:cNvCxnSpPr/>
          <p:nvPr/>
        </p:nvCxnSpPr>
        <p:spPr>
          <a:xfrm rot="16200000" flipH="1">
            <a:off x="7702922" y="3188409"/>
            <a:ext cx="2906488" cy="759985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5" name=""/>
          <p:cNvSpPr/>
          <p:nvPr/>
        </p:nvSpPr>
        <p:spPr>
          <a:xfrm>
            <a:off x="9498254" y="5040982"/>
            <a:ext cx="2375512" cy="109486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426" name=""/>
          <p:cNvSpPr/>
          <p:nvPr/>
        </p:nvSpPr>
        <p:spPr>
          <a:xfrm>
            <a:off x="9718539" y="5806023"/>
            <a:ext cx="898089" cy="200633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rgbClr val="000000"/>
                </a:solidFill>
              </a:rPr>
              <a:t>삭제</a:t>
            </a:r>
            <a:endParaRPr lang="ko-KR" altLang="en-US" sz="1200">
              <a:solidFill>
                <a:srgbClr val="000000"/>
              </a:solidFill>
            </a:endParaRPr>
          </a:p>
        </p:txBody>
      </p:sp>
      <p:sp>
        <p:nvSpPr>
          <p:cNvPr id="427" name=""/>
          <p:cNvSpPr/>
          <p:nvPr/>
        </p:nvSpPr>
        <p:spPr>
          <a:xfrm>
            <a:off x="10686010" y="5806023"/>
            <a:ext cx="898089" cy="200633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취소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28" name=""/>
          <p:cNvSpPr/>
          <p:nvPr/>
        </p:nvSpPr>
        <p:spPr>
          <a:xfrm>
            <a:off x="9718539" y="5278268"/>
            <a:ext cx="1865560" cy="38428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정말로 삭제하시겠습니까</a:t>
            </a:r>
            <a:endParaRPr lang="ko-KR" altLang="en-US" sz="1000">
              <a:solidFill>
                <a:schemeClr val="dk1"/>
              </a:solidFill>
            </a:endParaRPr>
          </a:p>
        </p:txBody>
      </p:sp>
      <p:sp>
        <p:nvSpPr>
          <p:cNvPr id="429" name=""/>
          <p:cNvSpPr/>
          <p:nvPr/>
        </p:nvSpPr>
        <p:spPr>
          <a:xfrm>
            <a:off x="7448754" y="1856768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0000"/>
                </a:solidFill>
                <a:latin typeface="Calibri"/>
                <a:ea typeface="맑은 고딕"/>
                <a:cs typeface="맑은 고딕"/>
              </a:rPr>
              <a:t>삭제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30" name=""/>
          <p:cNvSpPr/>
          <p:nvPr/>
        </p:nvSpPr>
        <p:spPr>
          <a:xfrm>
            <a:off x="558327" y="2248508"/>
            <a:ext cx="8217847" cy="429352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432" name=""/>
          <p:cNvGraphicFramePr>
            <a:graphicFrameLocks noGrp="1"/>
          </p:cNvGraphicFramePr>
          <p:nvPr/>
        </p:nvGraphicFramePr>
        <p:xfrm>
          <a:off x="712886" y="2857121"/>
          <a:ext cx="7932420" cy="1483360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1044994"/>
                <a:gridCol w="2930741"/>
                <a:gridCol w="973455"/>
                <a:gridCol w="2983230"/>
              </a:tblGrid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아이디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아이디 값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이름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이름 값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닉네임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닉네임 값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전화번호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전화번호 값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포인트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보유 포인트 값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가입일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가입일 값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최종접속일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최종접속일 값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구매 횟수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구매 횟수 값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33" name=""/>
          <p:cNvGraphicFramePr>
            <a:graphicFrameLocks noGrp="1"/>
          </p:cNvGraphicFramePr>
          <p:nvPr/>
        </p:nvGraphicFramePr>
        <p:xfrm>
          <a:off x="716696" y="4920877"/>
          <a:ext cx="7928609" cy="741680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1232656"/>
                <a:gridCol w="6695953"/>
              </a:tblGrid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배송지 닉네임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주소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배송지 닉네임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주소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434" name=""/>
          <p:cNvSpPr/>
          <p:nvPr/>
        </p:nvSpPr>
        <p:spPr>
          <a:xfrm>
            <a:off x="4091221" y="2359970"/>
            <a:ext cx="1266622" cy="32734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rgbClr val="000000"/>
                </a:solidFill>
              </a:rPr>
              <a:t>기본 정보</a:t>
            </a:r>
            <a:endParaRPr lang="ko-KR" altLang="en-US" sz="1300">
              <a:solidFill>
                <a:srgbClr val="000000"/>
              </a:solidFill>
            </a:endParaRPr>
          </a:p>
        </p:txBody>
      </p:sp>
      <p:sp>
        <p:nvSpPr>
          <p:cNvPr id="435" name=""/>
          <p:cNvSpPr/>
          <p:nvPr/>
        </p:nvSpPr>
        <p:spPr>
          <a:xfrm>
            <a:off x="4110271" y="4454991"/>
            <a:ext cx="1266622" cy="3273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배송지 목록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관리자 페이지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회원상세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2)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21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348" name=""/>
          <p:cNvSpPr/>
          <p:nvPr/>
        </p:nvSpPr>
        <p:spPr>
          <a:xfrm>
            <a:off x="350600" y="956677"/>
            <a:ext cx="8785966" cy="556629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1" name=""/>
          <p:cNvGraphicFramePr>
            <a:graphicFrameLocks noGrp="1"/>
          </p:cNvGraphicFramePr>
          <p:nvPr/>
        </p:nvGraphicFramePr>
        <p:xfrm>
          <a:off x="9359490" y="971752"/>
          <a:ext cx="2514276" cy="1675884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597846"/>
                <a:gridCol w="1916430"/>
              </a:tblGrid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300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 sz="1300" b="1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회원 관리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회원 상세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=&gt;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 내역 양식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56" name=""/>
          <p:cNvSpPr/>
          <p:nvPr/>
        </p:nvSpPr>
        <p:spPr>
          <a:xfrm>
            <a:off x="350599" y="956677"/>
            <a:ext cx="8785966" cy="74983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7" name=""/>
          <p:cNvSpPr/>
          <p:nvPr/>
        </p:nvSpPr>
        <p:spPr>
          <a:xfrm>
            <a:off x="1075172" y="1073205"/>
            <a:ext cx="1631409" cy="516781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 </a:t>
            </a: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LOGO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58" name=""/>
          <p:cNvSpPr/>
          <p:nvPr/>
        </p:nvSpPr>
        <p:spPr>
          <a:xfrm>
            <a:off x="7616011" y="106874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날짜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9" name=""/>
          <p:cNvSpPr/>
          <p:nvPr/>
        </p:nvSpPr>
        <p:spPr>
          <a:xfrm>
            <a:off x="350600" y="1073205"/>
            <a:ext cx="724572" cy="51678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0" name=""/>
          <p:cNvSpPr/>
          <p:nvPr/>
        </p:nvSpPr>
        <p:spPr>
          <a:xfrm>
            <a:off x="7616011" y="136523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회원 관리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30" name=""/>
          <p:cNvSpPr/>
          <p:nvPr/>
        </p:nvSpPr>
        <p:spPr>
          <a:xfrm>
            <a:off x="558327" y="1706516"/>
            <a:ext cx="8217847" cy="481645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432" name=""/>
          <p:cNvGraphicFramePr>
            <a:graphicFrameLocks noGrp="1"/>
          </p:cNvGraphicFramePr>
          <p:nvPr/>
        </p:nvGraphicFramePr>
        <p:xfrm>
          <a:off x="703472" y="2270073"/>
          <a:ext cx="7925528" cy="2966720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1040130"/>
                <a:gridCol w="2930741"/>
                <a:gridCol w="1163954"/>
                <a:gridCol w="2790703"/>
              </a:tblGrid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주문번호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결제 날짜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결제 방식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카드</a:t>
                      </a:r>
                      <a:r>
                        <a:rPr lang="en-US" altLang="ko-KR" sz="1300" b="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 무통장</a:t>
                      </a:r>
                      <a:r>
                        <a:rPr lang="en-US" altLang="ko-KR" sz="1300" b="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 계좌이체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적립 포인트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결제 금액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사용 포인트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결제 지점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사용 쿠폰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결제 주소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할인 금액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휴대폰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배송비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74168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결제 상품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 gridSpan="3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 상품 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 금액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)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 상품 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 금액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)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 상품 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 금액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)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 hMerge="1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434" name=""/>
          <p:cNvSpPr/>
          <p:nvPr/>
        </p:nvSpPr>
        <p:spPr>
          <a:xfrm>
            <a:off x="3899755" y="1812789"/>
            <a:ext cx="1266622" cy="32734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rgbClr val="000000"/>
                </a:solidFill>
              </a:rPr>
              <a:t>주문내역</a:t>
            </a:r>
            <a:endParaRPr lang="ko-KR" altLang="en-US" sz="1300">
              <a:solidFill>
                <a:srgbClr val="000000"/>
              </a:solidFill>
            </a:endParaRPr>
          </a:p>
        </p:txBody>
      </p:sp>
      <p:sp>
        <p:nvSpPr>
          <p:cNvPr id="436" name="타원 83"/>
          <p:cNvSpPr/>
          <p:nvPr/>
        </p:nvSpPr>
        <p:spPr>
          <a:xfrm>
            <a:off x="641448" y="2198635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관리자 페이지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주문관리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1)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24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348" name=""/>
          <p:cNvSpPr/>
          <p:nvPr/>
        </p:nvSpPr>
        <p:spPr>
          <a:xfrm>
            <a:off x="350600" y="956677"/>
            <a:ext cx="8785966" cy="556629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1" name=""/>
          <p:cNvGraphicFramePr>
            <a:graphicFrameLocks noGrp="1"/>
          </p:cNvGraphicFramePr>
          <p:nvPr/>
        </p:nvGraphicFramePr>
        <p:xfrm>
          <a:off x="9359490" y="971752"/>
          <a:ext cx="2514276" cy="209485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597846"/>
                <a:gridCol w="1916430"/>
              </a:tblGrid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300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 sz="1300" b="1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 관리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 상세보기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각 지점 선택시 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지점 관리로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56" name=""/>
          <p:cNvSpPr/>
          <p:nvPr/>
        </p:nvSpPr>
        <p:spPr>
          <a:xfrm>
            <a:off x="350599" y="956677"/>
            <a:ext cx="8785966" cy="74983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7" name=""/>
          <p:cNvSpPr/>
          <p:nvPr/>
        </p:nvSpPr>
        <p:spPr>
          <a:xfrm>
            <a:off x="1075172" y="1073205"/>
            <a:ext cx="1631409" cy="516781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 </a:t>
            </a: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LOGO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58" name=""/>
          <p:cNvSpPr/>
          <p:nvPr/>
        </p:nvSpPr>
        <p:spPr>
          <a:xfrm>
            <a:off x="7616011" y="106874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날짜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9" name=""/>
          <p:cNvSpPr/>
          <p:nvPr/>
        </p:nvSpPr>
        <p:spPr>
          <a:xfrm>
            <a:off x="350600" y="1073205"/>
            <a:ext cx="724572" cy="51678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0" name=""/>
          <p:cNvSpPr/>
          <p:nvPr/>
        </p:nvSpPr>
        <p:spPr>
          <a:xfrm>
            <a:off x="7616011" y="136523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주문 관리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30" name=""/>
          <p:cNvSpPr/>
          <p:nvPr/>
        </p:nvSpPr>
        <p:spPr>
          <a:xfrm>
            <a:off x="558327" y="2248508"/>
            <a:ext cx="8385104" cy="429352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434" name=""/>
          <p:cNvSpPr/>
          <p:nvPr/>
        </p:nvSpPr>
        <p:spPr>
          <a:xfrm>
            <a:off x="4210657" y="2359970"/>
            <a:ext cx="1266622" cy="32734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rgbClr val="000000"/>
                </a:solidFill>
              </a:rPr>
              <a:t>주문 통계</a:t>
            </a:r>
            <a:endParaRPr lang="ko-KR" altLang="en-US" sz="1300">
              <a:solidFill>
                <a:srgbClr val="000000"/>
              </a:solidFill>
            </a:endParaRPr>
          </a:p>
        </p:txBody>
      </p:sp>
      <p:graphicFrame>
        <p:nvGraphicFramePr>
          <p:cNvPr id="438" name=""/>
          <p:cNvGraphicFramePr>
            <a:graphicFrameLocks noGrp="1"/>
          </p:cNvGraphicFramePr>
          <p:nvPr/>
        </p:nvGraphicFramePr>
        <p:xfrm>
          <a:off x="929172" y="2934335"/>
          <a:ext cx="7628818" cy="741680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1092827"/>
                <a:gridCol w="2185655"/>
                <a:gridCol w="2164679"/>
                <a:gridCol w="2185657"/>
              </a:tblGrid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일별 통계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주간 통계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월별 통계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금액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금액 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금액 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금액 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40" name=""/>
          <p:cNvGraphicFramePr>
            <a:graphicFrameLocks noGrp="1"/>
          </p:cNvGraphicFramePr>
          <p:nvPr/>
        </p:nvGraphicFramePr>
        <p:xfrm>
          <a:off x="551030" y="4906263"/>
          <a:ext cx="8385101" cy="741680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1201165"/>
                <a:gridCol w="1201165"/>
                <a:gridCol w="1201165"/>
                <a:gridCol w="1189637"/>
                <a:gridCol w="1189637"/>
                <a:gridCol w="1201166"/>
                <a:gridCol w="1201166"/>
              </a:tblGrid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주문 번호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아이디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금액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결제 수단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결제 지점명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전화번호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주문 상태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41" name=""/>
          <p:cNvGraphicFramePr>
            <a:graphicFrameLocks noGrp="1"/>
          </p:cNvGraphicFramePr>
          <p:nvPr/>
        </p:nvGraphicFramePr>
        <p:xfrm>
          <a:off x="551030" y="5781293"/>
          <a:ext cx="8385101" cy="741680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1201165"/>
                <a:gridCol w="1201165"/>
                <a:gridCol w="1201165"/>
                <a:gridCol w="1189637"/>
                <a:gridCol w="1189637"/>
                <a:gridCol w="1201166"/>
                <a:gridCol w="1201166"/>
              </a:tblGrid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주문 번호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아이디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금액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결제 수단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결제 지점명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전화번호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주문 상태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443" name="타원 83"/>
          <p:cNvSpPr/>
          <p:nvPr/>
        </p:nvSpPr>
        <p:spPr>
          <a:xfrm>
            <a:off x="479593" y="4906263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graphicFrame>
        <p:nvGraphicFramePr>
          <p:cNvPr id="444" name=""/>
          <p:cNvGraphicFramePr>
            <a:graphicFrameLocks noGrp="1"/>
          </p:cNvGraphicFramePr>
          <p:nvPr/>
        </p:nvGraphicFramePr>
        <p:xfrm>
          <a:off x="929172" y="4024430"/>
          <a:ext cx="7628818" cy="741680"/>
        </p:xfrm>
        <a:graphic>
          <a:graphicData uri="http://schemas.openxmlformats.org/drawingml/2006/table">
            <a:tbl>
              <a:tblPr firstRow="1" bandRow="1">
                <a:tableStyle styleId="{01A66EDD-3DAB-4C5B-A090-DC80EC1FD486}" styleName="Normal Style 1 - Accent 1">
                  <a:wholeTbl>
                    <a:tcTxStyle>
                      <a:fontRef idx="minor">
                        <a:prstClr val="black"/>
                      </a:fontRef>
                      <a:schemeClr val="dk1"/>
                    </a:tcTxStyle>
                    <a:tcStyle>
                      <a:tcBdr>
                        <a:left>
                          <a:ln w="12700" cmpd="sng">
                            <a:solidFill>
                              <a:schemeClr val="lt1"/>
                            </a:solidFill>
                          </a:ln>
                        </a:left>
                        <a:right>
                          <a:ln w="12700" cmpd="sng">
                            <a:solidFill>
                              <a:schemeClr val="lt1"/>
                            </a:solidFill>
                          </a:ln>
                        </a:right>
                        <a:top>
                          <a:ln w="12700" cmpd="sng">
                            <a:solidFill>
                              <a:schemeClr val="lt1"/>
                            </a:solidFill>
                          </a:ln>
                        </a:top>
                        <a:bottom>
                          <a:ln w="12700" cmpd="sng">
                            <a:solidFill>
                              <a:schemeClr val="lt1"/>
                            </a:solidFill>
                          </a:ln>
                        </a:bottom>
                        <a:insideH>
                          <a:ln w="12700" cmpd="sng">
                            <a:solidFill>
                              <a:schemeClr val="lt1"/>
                            </a:solidFill>
                          </a:ln>
                        </a:insideH>
                        <a:insideV>
                          <a:ln w="12700" cmpd="sng">
                            <a:solidFill>
                              <a:schemeClr val="lt1"/>
                            </a:solidFill>
                          </a:ln>
                        </a:insideV>
                      </a:tcBdr>
                      <a:fill>
                        <a:solidFill>
                          <a:schemeClr val="accent1">
                            <a:lum val="90000"/>
                          </a:schemeClr>
                        </a:solidFill>
                      </a:fill>
                    </a:tcStyle>
                  </a:wholeTbl>
                  <a:band1H>
                    <a:tcTxStyle/>
                    <a:tcStyle>
                      <a:tcBdr/>
                      <a:fill>
                        <a:solidFill>
                          <a:schemeClr val="accent1">
                            <a:lum val="80000"/>
                          </a:schemeClr>
                        </a:solidFill>
                      </a:fill>
                    </a:tcStyle>
                  </a:band1H>
                  <a:band2H>
                    <a:tcTxStyle/>
                    <a:tcStyle>
                      <a:tcBdr/>
                    </a:tcStyle>
                  </a:band2H>
                  <a:band1V>
                    <a:tcTxStyle/>
                    <a:tcStyle>
                      <a:tcBdr/>
                      <a:fill>
                        <a:solidFill>
                          <a:schemeClr val="accent1">
                            <a:lum val="80000"/>
                          </a:schemeClr>
                        </a:solidFill>
                      </a:fill>
                    </a:tcStyle>
                  </a:band1V>
                  <a:band2V>
                    <a:tcTxStyle/>
                    <a:tcStyle>
                      <a:tcBdr/>
                    </a:tcStyle>
                  </a:band2V>
                  <a:lastCol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/>
                      <a:fill>
                        <a:solidFill>
                          <a:schemeClr val="accent1"/>
                        </a:solidFill>
                      </a:fill>
                    </a:tcStyle>
                  </a:lastCol>
                  <a:firstCol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/>
                      <a:fill>
                        <a:solidFill>
                          <a:schemeClr val="accent1"/>
                        </a:solidFill>
                      </a:fill>
                    </a:tcStyle>
                  </a:firstCol>
                  <a:lastRow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>
                        <a:top>
                          <a:ln w="38100" cmpd="sng">
                            <a:solidFill>
                              <a:schemeClr val="lt1"/>
                            </a:solidFill>
                          </a:ln>
                        </a:top>
                      </a:tcBdr>
                      <a:fill>
                        <a:solidFill>
                          <a:schemeClr val="accent1"/>
                        </a:solidFill>
                      </a:fill>
                    </a:tcStyle>
                  </a:lastRow>
                  <a:firstRow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>
                        <a:bottom>
                          <a:ln w="38100" cmpd="sng">
                            <a:solidFill>
                              <a:schemeClr val="lt1"/>
                            </a:solidFill>
                          </a:ln>
                        </a:bottom>
                      </a:tcBdr>
                      <a:fill>
                        <a:solidFill>
                          <a:schemeClr val="accent1"/>
                        </a:solidFill>
                      </a:fill>
                    </a:tcStyle>
                  </a:firstRow>
                </a:tableStyle>
              </a:tblPr>
              <a:tblGrid>
                <a:gridCol w="1092827"/>
                <a:gridCol w="2185655"/>
                <a:gridCol w="2164679"/>
                <a:gridCol w="2185657"/>
              </a:tblGrid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지점별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지점명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지점 명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지점 명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금액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월 금액 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월 금액 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월 금액 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445" name="타원 83"/>
          <p:cNvSpPr/>
          <p:nvPr/>
        </p:nvSpPr>
        <p:spPr>
          <a:xfrm>
            <a:off x="857734" y="4024430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5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관리자 페이지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주문관리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2)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25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348" name=""/>
          <p:cNvSpPr/>
          <p:nvPr/>
        </p:nvSpPr>
        <p:spPr>
          <a:xfrm>
            <a:off x="350600" y="956677"/>
            <a:ext cx="8785966" cy="556629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1" name=""/>
          <p:cNvGraphicFramePr>
            <a:graphicFrameLocks noGrp="1"/>
          </p:cNvGraphicFramePr>
          <p:nvPr/>
        </p:nvGraphicFramePr>
        <p:xfrm>
          <a:off x="9359490" y="971752"/>
          <a:ext cx="2514276" cy="1675884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597846"/>
                <a:gridCol w="1916430"/>
              </a:tblGrid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300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 sz="1300" b="1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 상세보기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전제 주문내역 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56" name=""/>
          <p:cNvSpPr/>
          <p:nvPr/>
        </p:nvSpPr>
        <p:spPr>
          <a:xfrm>
            <a:off x="350599" y="956677"/>
            <a:ext cx="8785966" cy="74983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7" name=""/>
          <p:cNvSpPr/>
          <p:nvPr/>
        </p:nvSpPr>
        <p:spPr>
          <a:xfrm>
            <a:off x="1075172" y="1073205"/>
            <a:ext cx="1631409" cy="516781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 </a:t>
            </a: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LOGO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58" name=""/>
          <p:cNvSpPr/>
          <p:nvPr/>
        </p:nvSpPr>
        <p:spPr>
          <a:xfrm>
            <a:off x="7616011" y="106874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날짜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9" name=""/>
          <p:cNvSpPr/>
          <p:nvPr/>
        </p:nvSpPr>
        <p:spPr>
          <a:xfrm>
            <a:off x="350600" y="1073205"/>
            <a:ext cx="724572" cy="51678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0" name=""/>
          <p:cNvSpPr/>
          <p:nvPr/>
        </p:nvSpPr>
        <p:spPr>
          <a:xfrm>
            <a:off x="7616011" y="136523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주문 관리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30" name=""/>
          <p:cNvSpPr/>
          <p:nvPr/>
        </p:nvSpPr>
        <p:spPr>
          <a:xfrm>
            <a:off x="558327" y="1706516"/>
            <a:ext cx="8217847" cy="481645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432" name=""/>
          <p:cNvGraphicFramePr>
            <a:graphicFrameLocks noGrp="1"/>
          </p:cNvGraphicFramePr>
          <p:nvPr/>
        </p:nvGraphicFramePr>
        <p:xfrm>
          <a:off x="703472" y="2270073"/>
          <a:ext cx="7925528" cy="2595880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1040130"/>
                <a:gridCol w="2930741"/>
                <a:gridCol w="1163954"/>
                <a:gridCol w="2790703"/>
              </a:tblGrid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주문번호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결제 날짜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결제 방식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카드</a:t>
                      </a:r>
                      <a:r>
                        <a:rPr lang="en-US" altLang="ko-KR" sz="1300" b="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 무통장</a:t>
                      </a:r>
                      <a:r>
                        <a:rPr lang="en-US" altLang="ko-KR" sz="1300" b="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 계좌이체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적립 포인트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결제 금액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사용 포인트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결제 지점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사용 쿠폰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결제 주소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휴대폰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74168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결제 상품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gridSpan="3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 상품 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 금액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)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 상품 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 금액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)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 상품 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 금액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)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 hMerge="1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434" name=""/>
          <p:cNvSpPr/>
          <p:nvPr/>
        </p:nvSpPr>
        <p:spPr>
          <a:xfrm>
            <a:off x="3899755" y="1812789"/>
            <a:ext cx="1266622" cy="32734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rgbClr val="000000"/>
                </a:solidFill>
              </a:rPr>
              <a:t>주문내역</a:t>
            </a:r>
            <a:endParaRPr lang="ko-KR" altLang="en-US" sz="1300">
              <a:solidFill>
                <a:srgbClr val="000000"/>
              </a:solidFill>
            </a:endParaRPr>
          </a:p>
        </p:txBody>
      </p:sp>
      <p:sp>
        <p:nvSpPr>
          <p:cNvPr id="436" name="타원 83"/>
          <p:cNvSpPr/>
          <p:nvPr/>
        </p:nvSpPr>
        <p:spPr>
          <a:xfrm>
            <a:off x="641448" y="2198635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6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관리자 페이지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공지사항 관리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9566031" y="6492875"/>
            <a:ext cx="2625969" cy="365125"/>
          </a:xfrm>
        </p:spPr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26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348" name=""/>
          <p:cNvSpPr/>
          <p:nvPr/>
        </p:nvSpPr>
        <p:spPr>
          <a:xfrm>
            <a:off x="350600" y="956677"/>
            <a:ext cx="8785966" cy="556629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1" name=""/>
          <p:cNvGraphicFramePr>
            <a:graphicFrameLocks noGrp="1"/>
          </p:cNvGraphicFramePr>
          <p:nvPr/>
        </p:nvGraphicFramePr>
        <p:xfrm>
          <a:off x="9359490" y="971752"/>
          <a:ext cx="2514276" cy="3045708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597846"/>
                <a:gridCol w="1916430"/>
              </a:tblGrid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300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공지사항 관리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공지사항 리스트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클릭 시 수정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96265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수정 페이지로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96265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삭제 여부 물어본 후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삭제 버튼 클릭시 삭제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56" name=""/>
          <p:cNvSpPr/>
          <p:nvPr/>
        </p:nvSpPr>
        <p:spPr>
          <a:xfrm>
            <a:off x="350599" y="956677"/>
            <a:ext cx="8785966" cy="74983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7" name=""/>
          <p:cNvSpPr/>
          <p:nvPr/>
        </p:nvSpPr>
        <p:spPr>
          <a:xfrm>
            <a:off x="1075172" y="1073205"/>
            <a:ext cx="1631409" cy="516781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 </a:t>
            </a: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LOGO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58" name=""/>
          <p:cNvSpPr/>
          <p:nvPr/>
        </p:nvSpPr>
        <p:spPr>
          <a:xfrm>
            <a:off x="7616011" y="106874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날짜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9" name=""/>
          <p:cNvSpPr/>
          <p:nvPr/>
        </p:nvSpPr>
        <p:spPr>
          <a:xfrm>
            <a:off x="350600" y="1073205"/>
            <a:ext cx="724572" cy="51678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0" name=""/>
          <p:cNvSpPr/>
          <p:nvPr/>
        </p:nvSpPr>
        <p:spPr>
          <a:xfrm>
            <a:off x="7616011" y="136523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공지 사항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361" name=""/>
          <p:cNvGraphicFramePr>
            <a:graphicFrameLocks noGrp="1"/>
          </p:cNvGraphicFramePr>
          <p:nvPr/>
        </p:nvGraphicFramePr>
        <p:xfrm>
          <a:off x="551030" y="2998145"/>
          <a:ext cx="8385936" cy="1112520"/>
        </p:xfrm>
        <a:graphic>
          <a:graphicData uri="http://schemas.openxmlformats.org/drawingml/2006/table">
            <a:tbl>
              <a:tblPr firstRow="1" bandRow="1">
                <a:tableStyle styleId="{01A66EDD-3DAB-4C5B-A090-DC80EC1FD486}" styleName="Normal Style 1 - Accent 1">
                  <a:wholeTbl>
                    <a:tcTxStyle>
                      <a:fontRef idx="minor">
                        <a:prstClr val="black"/>
                      </a:fontRef>
                      <a:schemeClr val="dk1"/>
                    </a:tcTxStyle>
                    <a:tcStyle>
                      <a:tcBdr>
                        <a:left>
                          <a:ln w="12700" cmpd="sng">
                            <a:solidFill>
                              <a:schemeClr val="lt1"/>
                            </a:solidFill>
                          </a:ln>
                        </a:left>
                        <a:right>
                          <a:ln w="12700" cmpd="sng">
                            <a:solidFill>
                              <a:schemeClr val="lt1"/>
                            </a:solidFill>
                          </a:ln>
                        </a:right>
                        <a:top>
                          <a:ln w="12700" cmpd="sng">
                            <a:solidFill>
                              <a:schemeClr val="lt1"/>
                            </a:solidFill>
                          </a:ln>
                        </a:top>
                        <a:bottom>
                          <a:ln w="12700" cmpd="sng">
                            <a:solidFill>
                              <a:schemeClr val="lt1"/>
                            </a:solidFill>
                          </a:ln>
                        </a:bottom>
                        <a:insideH>
                          <a:ln w="12700" cmpd="sng">
                            <a:solidFill>
                              <a:schemeClr val="lt1"/>
                            </a:solidFill>
                          </a:ln>
                        </a:insideH>
                        <a:insideV>
                          <a:ln w="12700" cmpd="sng">
                            <a:solidFill>
                              <a:schemeClr val="lt1"/>
                            </a:solidFill>
                          </a:ln>
                        </a:insideV>
                      </a:tcBdr>
                      <a:fill>
                        <a:solidFill>
                          <a:schemeClr val="accent1">
                            <a:lum val="90000"/>
                          </a:schemeClr>
                        </a:solidFill>
                      </a:fill>
                    </a:tcStyle>
                  </a:wholeTbl>
                  <a:band1H>
                    <a:tcTxStyle/>
                    <a:tcStyle>
                      <a:tcBdr/>
                      <a:fill>
                        <a:solidFill>
                          <a:schemeClr val="accent1">
                            <a:lum val="80000"/>
                          </a:schemeClr>
                        </a:solidFill>
                      </a:fill>
                    </a:tcStyle>
                  </a:band1H>
                  <a:band2H>
                    <a:tcTxStyle/>
                    <a:tcStyle>
                      <a:tcBdr/>
                    </a:tcStyle>
                  </a:band2H>
                  <a:band1V>
                    <a:tcTxStyle/>
                    <a:tcStyle>
                      <a:tcBdr/>
                      <a:fill>
                        <a:solidFill>
                          <a:schemeClr val="accent1">
                            <a:lum val="80000"/>
                          </a:schemeClr>
                        </a:solidFill>
                      </a:fill>
                    </a:tcStyle>
                  </a:band1V>
                  <a:band2V>
                    <a:tcTxStyle/>
                    <a:tcStyle>
                      <a:tcBdr/>
                    </a:tcStyle>
                  </a:band2V>
                  <a:lastCol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/>
                      <a:fill>
                        <a:solidFill>
                          <a:schemeClr val="accent1"/>
                        </a:solidFill>
                      </a:fill>
                    </a:tcStyle>
                  </a:lastCol>
                  <a:firstCol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/>
                      <a:fill>
                        <a:solidFill>
                          <a:schemeClr val="accent1"/>
                        </a:solidFill>
                      </a:fill>
                    </a:tcStyle>
                  </a:firstCol>
                  <a:lastRow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>
                        <a:top>
                          <a:ln w="38100" cmpd="sng">
                            <a:solidFill>
                              <a:schemeClr val="lt1"/>
                            </a:solidFill>
                          </a:ln>
                        </a:top>
                      </a:tcBdr>
                      <a:fill>
                        <a:solidFill>
                          <a:schemeClr val="accent1"/>
                        </a:solidFill>
                      </a:fill>
                    </a:tcStyle>
                  </a:lastRow>
                  <a:firstRow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>
                        <a:bottom>
                          <a:ln w="38100" cmpd="sng">
                            <a:solidFill>
                              <a:schemeClr val="lt1"/>
                            </a:solidFill>
                          </a:ln>
                        </a:bottom>
                      </a:tcBdr>
                      <a:fill>
                        <a:solidFill>
                          <a:schemeClr val="accent1"/>
                        </a:solidFill>
                      </a:fill>
                    </a:tcStyle>
                  </a:firstRow>
                </a:tableStyle>
              </a:tblPr>
              <a:tblGrid>
                <a:gridCol w="1201165"/>
                <a:gridCol w="1248929"/>
                <a:gridCol w="4734675"/>
                <a:gridCol w="1201166"/>
              </a:tblGrid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게시글 번호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출력 여부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제목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작성 일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>
                        <a:alpha val="100000"/>
                      </a:srgbClr>
                    </a:solidFill>
                  </a:tcPr>
                </a:tc>
              </a:tr>
              <a:tr h="74168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값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체크 박스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내용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값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362" name="타원 83"/>
          <p:cNvSpPr/>
          <p:nvPr/>
        </p:nvSpPr>
        <p:spPr>
          <a:xfrm>
            <a:off x="479593" y="2998145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63" name=""/>
          <p:cNvSpPr/>
          <p:nvPr/>
        </p:nvSpPr>
        <p:spPr>
          <a:xfrm>
            <a:off x="4220790" y="2064990"/>
            <a:ext cx="1266622" cy="3273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공지 사항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368" name=""/>
          <p:cNvGraphicFramePr>
            <a:graphicFrameLocks noGrp="1"/>
          </p:cNvGraphicFramePr>
          <p:nvPr/>
        </p:nvGraphicFramePr>
        <p:xfrm>
          <a:off x="557493" y="4569162"/>
          <a:ext cx="8385937" cy="1112520"/>
        </p:xfrm>
        <a:graphic>
          <a:graphicData uri="http://schemas.openxmlformats.org/drawingml/2006/table">
            <a:tbl>
              <a:tblPr firstRow="1" bandRow="1">
                <a:tableStyle styleId="{01A66EDD-3DAB-4C5B-A090-DC80EC1FD486}" styleName="Normal Style 1 - Accent 1">
                  <a:wholeTbl>
                    <a:tcTxStyle>
                      <a:fontRef idx="minor">
                        <a:prstClr val="black"/>
                      </a:fontRef>
                      <a:schemeClr val="dk1"/>
                    </a:tcTxStyle>
                    <a:tcStyle>
                      <a:tcBdr>
                        <a:left>
                          <a:ln w="12700" cmpd="sng">
                            <a:solidFill>
                              <a:schemeClr val="lt1"/>
                            </a:solidFill>
                          </a:ln>
                        </a:left>
                        <a:right>
                          <a:ln w="12700" cmpd="sng">
                            <a:solidFill>
                              <a:schemeClr val="lt1"/>
                            </a:solidFill>
                          </a:ln>
                        </a:right>
                        <a:top>
                          <a:ln w="12700" cmpd="sng">
                            <a:solidFill>
                              <a:schemeClr val="lt1"/>
                            </a:solidFill>
                          </a:ln>
                        </a:top>
                        <a:bottom>
                          <a:ln w="12700" cmpd="sng">
                            <a:solidFill>
                              <a:schemeClr val="lt1"/>
                            </a:solidFill>
                          </a:ln>
                        </a:bottom>
                        <a:insideH>
                          <a:ln w="12700" cmpd="sng">
                            <a:solidFill>
                              <a:schemeClr val="lt1"/>
                            </a:solidFill>
                          </a:ln>
                        </a:insideH>
                        <a:insideV>
                          <a:ln w="12700" cmpd="sng">
                            <a:solidFill>
                              <a:schemeClr val="lt1"/>
                            </a:solidFill>
                          </a:ln>
                        </a:insideV>
                      </a:tcBdr>
                      <a:fill>
                        <a:solidFill>
                          <a:schemeClr val="accent1">
                            <a:lum val="90000"/>
                          </a:schemeClr>
                        </a:solidFill>
                      </a:fill>
                    </a:tcStyle>
                  </a:wholeTbl>
                  <a:band1H>
                    <a:tcTxStyle/>
                    <a:tcStyle>
                      <a:tcBdr/>
                      <a:fill>
                        <a:solidFill>
                          <a:schemeClr val="accent1">
                            <a:lum val="80000"/>
                          </a:schemeClr>
                        </a:solidFill>
                      </a:fill>
                    </a:tcStyle>
                  </a:band1H>
                  <a:band2H>
                    <a:tcTxStyle/>
                    <a:tcStyle>
                      <a:tcBdr/>
                    </a:tcStyle>
                  </a:band2H>
                  <a:band1V>
                    <a:tcTxStyle/>
                    <a:tcStyle>
                      <a:tcBdr/>
                      <a:fill>
                        <a:solidFill>
                          <a:schemeClr val="accent1">
                            <a:lum val="80000"/>
                          </a:schemeClr>
                        </a:solidFill>
                      </a:fill>
                    </a:tcStyle>
                  </a:band1V>
                  <a:band2V>
                    <a:tcTxStyle/>
                    <a:tcStyle>
                      <a:tcBdr/>
                    </a:tcStyle>
                  </a:band2V>
                  <a:lastCol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/>
                      <a:fill>
                        <a:solidFill>
                          <a:schemeClr val="accent1"/>
                        </a:solidFill>
                      </a:fill>
                    </a:tcStyle>
                  </a:lastCol>
                  <a:firstCol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/>
                      <a:fill>
                        <a:solidFill>
                          <a:schemeClr val="accent1"/>
                        </a:solidFill>
                      </a:fill>
                    </a:tcStyle>
                  </a:firstCol>
                  <a:lastRow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>
                        <a:top>
                          <a:ln w="38100" cmpd="sng">
                            <a:solidFill>
                              <a:schemeClr val="lt1"/>
                            </a:solidFill>
                          </a:ln>
                        </a:top>
                      </a:tcBdr>
                      <a:fill>
                        <a:solidFill>
                          <a:schemeClr val="accent1"/>
                        </a:solidFill>
                      </a:fill>
                    </a:tcStyle>
                  </a:lastRow>
                  <a:firstRow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>
                        <a:bottom>
                          <a:ln w="38100" cmpd="sng">
                            <a:solidFill>
                              <a:schemeClr val="lt1"/>
                            </a:solidFill>
                          </a:ln>
                        </a:bottom>
                      </a:tcBdr>
                      <a:fill>
                        <a:solidFill>
                          <a:schemeClr val="accent1"/>
                        </a:solidFill>
                      </a:fill>
                    </a:tcStyle>
                  </a:firstRow>
                </a:tableStyle>
              </a:tblPr>
              <a:tblGrid>
                <a:gridCol w="1201165"/>
                <a:gridCol w="1238797"/>
                <a:gridCol w="4744808"/>
                <a:gridCol w="1201166"/>
              </a:tblGrid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게시글 번호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출력 여부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제목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작성 일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>
                        <a:alpha val="100000"/>
                      </a:srgbClr>
                    </a:solidFill>
                  </a:tcPr>
                </a:tc>
              </a:tr>
              <a:tr h="74168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값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체크박스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내용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값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369" name="타원 83"/>
          <p:cNvSpPr/>
          <p:nvPr/>
        </p:nvSpPr>
        <p:spPr>
          <a:xfrm>
            <a:off x="486056" y="4569162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70" name=""/>
          <p:cNvSpPr/>
          <p:nvPr/>
        </p:nvSpPr>
        <p:spPr>
          <a:xfrm>
            <a:off x="8279720" y="2746113"/>
            <a:ext cx="663709" cy="252031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삭제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371" name=""/>
          <p:cNvSpPr/>
          <p:nvPr/>
        </p:nvSpPr>
        <p:spPr>
          <a:xfrm>
            <a:off x="7616011" y="2746113"/>
            <a:ext cx="663709" cy="25203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수정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72" name="타원 83"/>
          <p:cNvSpPr/>
          <p:nvPr/>
        </p:nvSpPr>
        <p:spPr>
          <a:xfrm>
            <a:off x="7544573" y="2682054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73" name="타원 83"/>
          <p:cNvSpPr/>
          <p:nvPr/>
        </p:nvSpPr>
        <p:spPr>
          <a:xfrm>
            <a:off x="8208283" y="2682054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74" name=""/>
          <p:cNvSpPr/>
          <p:nvPr/>
        </p:nvSpPr>
        <p:spPr>
          <a:xfrm>
            <a:off x="9498254" y="5040982"/>
            <a:ext cx="2375512" cy="109486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75" name=""/>
          <p:cNvSpPr/>
          <p:nvPr/>
        </p:nvSpPr>
        <p:spPr>
          <a:xfrm>
            <a:off x="9718539" y="5806023"/>
            <a:ext cx="898089" cy="200633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삭제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76" name=""/>
          <p:cNvSpPr/>
          <p:nvPr/>
        </p:nvSpPr>
        <p:spPr>
          <a:xfrm>
            <a:off x="10686010" y="5806023"/>
            <a:ext cx="898089" cy="200633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취소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77" name=""/>
          <p:cNvSpPr/>
          <p:nvPr/>
        </p:nvSpPr>
        <p:spPr>
          <a:xfrm>
            <a:off x="9718539" y="5278268"/>
            <a:ext cx="1865560" cy="38428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정말로 삭제하시겠습니까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cxnSp>
        <p:nvCxnSpPr>
          <p:cNvPr id="378" name=""/>
          <p:cNvCxnSpPr/>
          <p:nvPr/>
        </p:nvCxnSpPr>
        <p:spPr>
          <a:xfrm rot="16200000" flipH="1">
            <a:off x="8243325" y="3565769"/>
            <a:ext cx="2168853" cy="781573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3" name=""/>
          <p:cNvSpPr/>
          <p:nvPr/>
        </p:nvSpPr>
        <p:spPr>
          <a:xfrm>
            <a:off x="8279721" y="4317131"/>
            <a:ext cx="663709" cy="25203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삭제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4" name=""/>
          <p:cNvSpPr/>
          <p:nvPr/>
        </p:nvSpPr>
        <p:spPr>
          <a:xfrm>
            <a:off x="7616012" y="4317131"/>
            <a:ext cx="663709" cy="25203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수정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5" name="타원 83"/>
          <p:cNvSpPr/>
          <p:nvPr/>
        </p:nvSpPr>
        <p:spPr>
          <a:xfrm>
            <a:off x="7544574" y="4253071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86" name="타원 83"/>
          <p:cNvSpPr/>
          <p:nvPr/>
        </p:nvSpPr>
        <p:spPr>
          <a:xfrm>
            <a:off x="8208284" y="4253071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7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관리자 페이지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공지사항 작성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9566031" y="6492875"/>
            <a:ext cx="2625969" cy="365125"/>
          </a:xfrm>
        </p:spPr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27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348" name=""/>
          <p:cNvSpPr/>
          <p:nvPr/>
        </p:nvSpPr>
        <p:spPr>
          <a:xfrm>
            <a:off x="350600" y="956677"/>
            <a:ext cx="8785966" cy="556629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1" name=""/>
          <p:cNvGraphicFramePr>
            <a:graphicFrameLocks noGrp="1"/>
          </p:cNvGraphicFramePr>
          <p:nvPr/>
        </p:nvGraphicFramePr>
        <p:xfrm>
          <a:off x="9359490" y="971752"/>
          <a:ext cx="2514276" cy="837942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597846"/>
                <a:gridCol w="1916430"/>
              </a:tblGrid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300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공지사항 작성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</a:tbl>
          </a:graphicData>
        </a:graphic>
      </p:graphicFrame>
      <p:sp>
        <p:nvSpPr>
          <p:cNvPr id="356" name=""/>
          <p:cNvSpPr/>
          <p:nvPr/>
        </p:nvSpPr>
        <p:spPr>
          <a:xfrm>
            <a:off x="350599" y="956677"/>
            <a:ext cx="8785966" cy="74983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7" name=""/>
          <p:cNvSpPr/>
          <p:nvPr/>
        </p:nvSpPr>
        <p:spPr>
          <a:xfrm>
            <a:off x="1075172" y="1073205"/>
            <a:ext cx="1631409" cy="516781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 </a:t>
            </a: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LOGO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58" name=""/>
          <p:cNvSpPr/>
          <p:nvPr/>
        </p:nvSpPr>
        <p:spPr>
          <a:xfrm>
            <a:off x="7616011" y="106874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날짜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9" name=""/>
          <p:cNvSpPr/>
          <p:nvPr/>
        </p:nvSpPr>
        <p:spPr>
          <a:xfrm>
            <a:off x="350600" y="1073205"/>
            <a:ext cx="724572" cy="51678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0" name=""/>
          <p:cNvSpPr/>
          <p:nvPr/>
        </p:nvSpPr>
        <p:spPr>
          <a:xfrm>
            <a:off x="7616011" y="136523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공지 사항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3" name=""/>
          <p:cNvSpPr/>
          <p:nvPr/>
        </p:nvSpPr>
        <p:spPr>
          <a:xfrm>
            <a:off x="4220790" y="2064990"/>
            <a:ext cx="1266622" cy="3273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공지 사항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3" name=""/>
          <p:cNvSpPr/>
          <p:nvPr/>
        </p:nvSpPr>
        <p:spPr>
          <a:xfrm>
            <a:off x="712886" y="2877196"/>
            <a:ext cx="1177990" cy="369410"/>
          </a:xfrm>
          <a:prstGeom prst="rect">
            <a:avLst/>
          </a:prstGeom>
          <a:solidFill>
            <a:srgbClr val="ffffff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제목</a:t>
            </a:r>
            <a:endParaRPr lang="ko-KR" altLang="en-US" sz="1200">
              <a:solidFill>
                <a:schemeClr val="dk1"/>
              </a:solidFill>
            </a:endParaRPr>
          </a:p>
        </p:txBody>
      </p:sp>
      <p:sp>
        <p:nvSpPr>
          <p:cNvPr id="384" name=""/>
          <p:cNvSpPr/>
          <p:nvPr/>
        </p:nvSpPr>
        <p:spPr>
          <a:xfrm>
            <a:off x="1890876" y="2877196"/>
            <a:ext cx="6629532" cy="36941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제목 입력 박스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6" name=""/>
          <p:cNvSpPr/>
          <p:nvPr/>
        </p:nvSpPr>
        <p:spPr>
          <a:xfrm>
            <a:off x="7342418" y="2507786"/>
            <a:ext cx="1177990" cy="36941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출력 여부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7" name=""/>
          <p:cNvSpPr/>
          <p:nvPr/>
        </p:nvSpPr>
        <p:spPr>
          <a:xfrm>
            <a:off x="6869952" y="2513656"/>
            <a:ext cx="472466" cy="36941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V</a:t>
            </a:r>
            <a:endParaRPr xmlns:mc="http://schemas.openxmlformats.org/markup-compatibility/2006" xmlns:hp="http://schemas.haansoft.com/office/presentation/8.0" kumimoji="0" lang="en-US" altLang="ko-KR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8" name=""/>
          <p:cNvSpPr/>
          <p:nvPr/>
        </p:nvSpPr>
        <p:spPr>
          <a:xfrm>
            <a:off x="712886" y="3246606"/>
            <a:ext cx="7807523" cy="248764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내용 입력 박스</a:t>
            </a: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389" name=""/>
          <p:cNvSpPr/>
          <p:nvPr/>
        </p:nvSpPr>
        <p:spPr>
          <a:xfrm>
            <a:off x="7215694" y="5916646"/>
            <a:ext cx="1304714" cy="385053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저장하기</a:t>
            </a:r>
            <a:endParaRPr lang="ko-KR" altLang="en-US" sz="1200">
              <a:solidFill>
                <a:schemeClr val="dk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8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관리자 페이지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공지사항 수정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9566031" y="6492875"/>
            <a:ext cx="2625969" cy="365125"/>
          </a:xfrm>
        </p:spPr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28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348" name=""/>
          <p:cNvSpPr/>
          <p:nvPr/>
        </p:nvSpPr>
        <p:spPr>
          <a:xfrm>
            <a:off x="350600" y="956677"/>
            <a:ext cx="8785966" cy="556629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1" name=""/>
          <p:cNvGraphicFramePr>
            <a:graphicFrameLocks noGrp="1"/>
          </p:cNvGraphicFramePr>
          <p:nvPr/>
        </p:nvGraphicFramePr>
        <p:xfrm>
          <a:off x="9359490" y="971752"/>
          <a:ext cx="2514276" cy="837942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597846"/>
                <a:gridCol w="1916430"/>
              </a:tblGrid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300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공지사항 수정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</a:tbl>
          </a:graphicData>
        </a:graphic>
      </p:graphicFrame>
      <p:sp>
        <p:nvSpPr>
          <p:cNvPr id="356" name=""/>
          <p:cNvSpPr/>
          <p:nvPr/>
        </p:nvSpPr>
        <p:spPr>
          <a:xfrm>
            <a:off x="350599" y="956677"/>
            <a:ext cx="8785966" cy="74983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7" name=""/>
          <p:cNvSpPr/>
          <p:nvPr/>
        </p:nvSpPr>
        <p:spPr>
          <a:xfrm>
            <a:off x="1075172" y="1073205"/>
            <a:ext cx="1631409" cy="516781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 </a:t>
            </a: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LOGO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58" name=""/>
          <p:cNvSpPr/>
          <p:nvPr/>
        </p:nvSpPr>
        <p:spPr>
          <a:xfrm>
            <a:off x="7616011" y="106874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날짜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9" name=""/>
          <p:cNvSpPr/>
          <p:nvPr/>
        </p:nvSpPr>
        <p:spPr>
          <a:xfrm>
            <a:off x="350600" y="1073205"/>
            <a:ext cx="724572" cy="51678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0" name=""/>
          <p:cNvSpPr/>
          <p:nvPr/>
        </p:nvSpPr>
        <p:spPr>
          <a:xfrm>
            <a:off x="7616011" y="136523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공지 사항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3" name=""/>
          <p:cNvSpPr/>
          <p:nvPr/>
        </p:nvSpPr>
        <p:spPr>
          <a:xfrm>
            <a:off x="4220790" y="2064990"/>
            <a:ext cx="1266622" cy="3273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공지 사항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3" name=""/>
          <p:cNvSpPr/>
          <p:nvPr/>
        </p:nvSpPr>
        <p:spPr>
          <a:xfrm>
            <a:off x="712886" y="2877196"/>
            <a:ext cx="1177990" cy="369410"/>
          </a:xfrm>
          <a:prstGeom prst="rect">
            <a:avLst/>
          </a:prstGeom>
          <a:solidFill>
            <a:srgbClr val="ffffff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제목</a:t>
            </a:r>
            <a:endParaRPr lang="ko-KR" altLang="en-US" sz="1200">
              <a:solidFill>
                <a:schemeClr val="dk1"/>
              </a:solidFill>
            </a:endParaRPr>
          </a:p>
        </p:txBody>
      </p:sp>
      <p:sp>
        <p:nvSpPr>
          <p:cNvPr id="384" name=""/>
          <p:cNvSpPr/>
          <p:nvPr/>
        </p:nvSpPr>
        <p:spPr>
          <a:xfrm>
            <a:off x="1890876" y="2877196"/>
            <a:ext cx="6629532" cy="36941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제목 값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6" name=""/>
          <p:cNvSpPr/>
          <p:nvPr/>
        </p:nvSpPr>
        <p:spPr>
          <a:xfrm>
            <a:off x="7342418" y="2507786"/>
            <a:ext cx="1177990" cy="36941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출력 여부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7" name=""/>
          <p:cNvSpPr/>
          <p:nvPr/>
        </p:nvSpPr>
        <p:spPr>
          <a:xfrm>
            <a:off x="6869952" y="2513656"/>
            <a:ext cx="472466" cy="36941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V</a:t>
            </a:r>
            <a:endParaRPr xmlns:mc="http://schemas.openxmlformats.org/markup-compatibility/2006" xmlns:hp="http://schemas.haansoft.com/office/presentation/8.0" kumimoji="0" lang="en-US" altLang="ko-KR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8" name=""/>
          <p:cNvSpPr/>
          <p:nvPr/>
        </p:nvSpPr>
        <p:spPr>
          <a:xfrm>
            <a:off x="712886" y="3246606"/>
            <a:ext cx="7807523" cy="248764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내용 값</a:t>
            </a: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389" name=""/>
          <p:cNvSpPr/>
          <p:nvPr/>
        </p:nvSpPr>
        <p:spPr>
          <a:xfrm>
            <a:off x="7215694" y="5916646"/>
            <a:ext cx="1304714" cy="385053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저장하기</a:t>
            </a:r>
            <a:endParaRPr lang="ko-KR" altLang="en-US" sz="1200">
              <a:solidFill>
                <a:schemeClr val="dk1"/>
              </a:solidFill>
            </a:endParaRPr>
          </a:p>
        </p:txBody>
      </p:sp>
      <p:sp>
        <p:nvSpPr>
          <p:cNvPr id="390" name=""/>
          <p:cNvSpPr/>
          <p:nvPr/>
        </p:nvSpPr>
        <p:spPr>
          <a:xfrm>
            <a:off x="5910980" y="5916646"/>
            <a:ext cx="1304714" cy="385053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취소하기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9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관리자 페이지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고객문의 관리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29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348" name=""/>
          <p:cNvSpPr/>
          <p:nvPr/>
        </p:nvSpPr>
        <p:spPr>
          <a:xfrm>
            <a:off x="350600" y="956677"/>
            <a:ext cx="8785966" cy="556629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1" name=""/>
          <p:cNvGraphicFramePr>
            <a:graphicFrameLocks noGrp="1"/>
          </p:cNvGraphicFramePr>
          <p:nvPr/>
        </p:nvGraphicFramePr>
        <p:xfrm>
          <a:off x="9359490" y="971752"/>
          <a:ext cx="2514276" cy="3432408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597846"/>
                <a:gridCol w="1916430"/>
              </a:tblGrid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300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고객문의 관리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1553864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답변 여부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답변 시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: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답변 완료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미 답변 시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: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답변하기 버튼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62163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문의답변 페이지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56" name=""/>
          <p:cNvSpPr/>
          <p:nvPr/>
        </p:nvSpPr>
        <p:spPr>
          <a:xfrm>
            <a:off x="350599" y="956677"/>
            <a:ext cx="8785966" cy="74983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7" name=""/>
          <p:cNvSpPr/>
          <p:nvPr/>
        </p:nvSpPr>
        <p:spPr>
          <a:xfrm>
            <a:off x="1075172" y="1073205"/>
            <a:ext cx="1631409" cy="516781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 </a:t>
            </a: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LOGO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58" name=""/>
          <p:cNvSpPr/>
          <p:nvPr/>
        </p:nvSpPr>
        <p:spPr>
          <a:xfrm>
            <a:off x="7616011" y="106874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날짜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9" name=""/>
          <p:cNvSpPr/>
          <p:nvPr/>
        </p:nvSpPr>
        <p:spPr>
          <a:xfrm>
            <a:off x="350600" y="1073205"/>
            <a:ext cx="724572" cy="51678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0" name=""/>
          <p:cNvSpPr/>
          <p:nvPr/>
        </p:nvSpPr>
        <p:spPr>
          <a:xfrm>
            <a:off x="7616011" y="136523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고객 문의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361" name=""/>
          <p:cNvGraphicFramePr>
            <a:graphicFrameLocks noGrp="1"/>
          </p:cNvGraphicFramePr>
          <p:nvPr/>
        </p:nvGraphicFramePr>
        <p:xfrm>
          <a:off x="551030" y="2998145"/>
          <a:ext cx="8385936" cy="1112520"/>
        </p:xfrm>
        <a:graphic>
          <a:graphicData uri="http://schemas.openxmlformats.org/drawingml/2006/table">
            <a:tbl>
              <a:tblPr firstRow="1" bandRow="1">
                <a:tableStyle styleId="{01A66EDD-3DAB-4C5B-A090-DC80EC1FD486}" styleName="Normal Style 1 - Accent 1">
                  <a:wholeTbl>
                    <a:tcTxStyle>
                      <a:fontRef idx="minor">
                        <a:prstClr val="black"/>
                      </a:fontRef>
                      <a:schemeClr val="dk1"/>
                    </a:tcTxStyle>
                    <a:tcStyle>
                      <a:tcBdr>
                        <a:left>
                          <a:ln w="12700" cmpd="sng">
                            <a:solidFill>
                              <a:schemeClr val="lt1"/>
                            </a:solidFill>
                          </a:ln>
                        </a:left>
                        <a:right>
                          <a:ln w="12700" cmpd="sng">
                            <a:solidFill>
                              <a:schemeClr val="lt1"/>
                            </a:solidFill>
                          </a:ln>
                        </a:right>
                        <a:top>
                          <a:ln w="12700" cmpd="sng">
                            <a:solidFill>
                              <a:schemeClr val="lt1"/>
                            </a:solidFill>
                          </a:ln>
                        </a:top>
                        <a:bottom>
                          <a:ln w="12700" cmpd="sng">
                            <a:solidFill>
                              <a:schemeClr val="lt1"/>
                            </a:solidFill>
                          </a:ln>
                        </a:bottom>
                        <a:insideH>
                          <a:ln w="12700" cmpd="sng">
                            <a:solidFill>
                              <a:schemeClr val="lt1"/>
                            </a:solidFill>
                          </a:ln>
                        </a:insideH>
                        <a:insideV>
                          <a:ln w="12700" cmpd="sng">
                            <a:solidFill>
                              <a:schemeClr val="lt1"/>
                            </a:solidFill>
                          </a:ln>
                        </a:insideV>
                      </a:tcBdr>
                      <a:fill>
                        <a:solidFill>
                          <a:schemeClr val="accent1">
                            <a:lum val="90000"/>
                          </a:schemeClr>
                        </a:solidFill>
                      </a:fill>
                    </a:tcStyle>
                  </a:wholeTbl>
                  <a:band1H>
                    <a:tcTxStyle/>
                    <a:tcStyle>
                      <a:tcBdr/>
                      <a:fill>
                        <a:solidFill>
                          <a:schemeClr val="accent1">
                            <a:lum val="80000"/>
                          </a:schemeClr>
                        </a:solidFill>
                      </a:fill>
                    </a:tcStyle>
                  </a:band1H>
                  <a:band2H>
                    <a:tcTxStyle/>
                    <a:tcStyle>
                      <a:tcBdr/>
                    </a:tcStyle>
                  </a:band2H>
                  <a:band1V>
                    <a:tcTxStyle/>
                    <a:tcStyle>
                      <a:tcBdr/>
                      <a:fill>
                        <a:solidFill>
                          <a:schemeClr val="accent1">
                            <a:lum val="80000"/>
                          </a:schemeClr>
                        </a:solidFill>
                      </a:fill>
                    </a:tcStyle>
                  </a:band1V>
                  <a:band2V>
                    <a:tcTxStyle/>
                    <a:tcStyle>
                      <a:tcBdr/>
                    </a:tcStyle>
                  </a:band2V>
                  <a:lastCol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/>
                      <a:fill>
                        <a:solidFill>
                          <a:schemeClr val="accent1"/>
                        </a:solidFill>
                      </a:fill>
                    </a:tcStyle>
                  </a:lastCol>
                  <a:firstCol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/>
                      <a:fill>
                        <a:solidFill>
                          <a:schemeClr val="accent1"/>
                        </a:solidFill>
                      </a:fill>
                    </a:tcStyle>
                  </a:firstCol>
                  <a:lastRow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>
                        <a:top>
                          <a:ln w="38100" cmpd="sng">
                            <a:solidFill>
                              <a:schemeClr val="lt1"/>
                            </a:solidFill>
                          </a:ln>
                        </a:top>
                      </a:tcBdr>
                      <a:fill>
                        <a:solidFill>
                          <a:schemeClr val="accent1"/>
                        </a:solidFill>
                      </a:fill>
                    </a:tcStyle>
                  </a:lastRow>
                  <a:firstRow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>
                        <a:bottom>
                          <a:ln w="38100" cmpd="sng">
                            <a:solidFill>
                              <a:schemeClr val="lt1"/>
                            </a:solidFill>
                          </a:ln>
                        </a:bottom>
                      </a:tcBdr>
                      <a:fill>
                        <a:solidFill>
                          <a:schemeClr val="accent1"/>
                        </a:solidFill>
                      </a:fill>
                    </a:tcStyle>
                  </a:firstRow>
                </a:tableStyle>
              </a:tblPr>
              <a:tblGrid>
                <a:gridCol w="1201165"/>
                <a:gridCol w="1177998"/>
                <a:gridCol w="1120980"/>
                <a:gridCol w="3684625"/>
                <a:gridCol w="1201166"/>
              </a:tblGrid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문의 번호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답변 여부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문의 유형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문의 내용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작성 일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>
                        <a:alpha val="100000"/>
                      </a:srgbClr>
                    </a:solidFill>
                  </a:tcPr>
                </a:tc>
              </a:tr>
              <a:tr h="74168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값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값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  <a:p>
                      <a:pPr marL="0" algn="ctr" defTabSz="914400" rtl="0" eaLnBrk="1" latinLnBrk="1" hangingPunct="1">
                        <a:buNone/>
                        <a:defRPr/>
                      </a:pP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값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내용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값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362" name="타원 83"/>
          <p:cNvSpPr/>
          <p:nvPr/>
        </p:nvSpPr>
        <p:spPr>
          <a:xfrm>
            <a:off x="479593" y="2998145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63" name=""/>
          <p:cNvSpPr/>
          <p:nvPr/>
        </p:nvSpPr>
        <p:spPr>
          <a:xfrm>
            <a:off x="4220790" y="2064990"/>
            <a:ext cx="1266622" cy="3273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고객 문의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71" name=""/>
          <p:cNvSpPr/>
          <p:nvPr/>
        </p:nvSpPr>
        <p:spPr>
          <a:xfrm>
            <a:off x="1890876" y="3739825"/>
            <a:ext cx="815704" cy="32425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답변하기</a:t>
            </a:r>
            <a:endParaRPr lang="ko-KR" altLang="en-US" sz="1200">
              <a:solidFill>
                <a:schemeClr val="dk1"/>
              </a:solidFill>
            </a:endParaRPr>
          </a:p>
        </p:txBody>
      </p:sp>
      <p:sp>
        <p:nvSpPr>
          <p:cNvPr id="372" name="타원 83"/>
          <p:cNvSpPr/>
          <p:nvPr/>
        </p:nvSpPr>
        <p:spPr>
          <a:xfrm>
            <a:off x="1819438" y="3668387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30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관리자 페이지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문의 답변 작성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9566031" y="6492875"/>
            <a:ext cx="2625969" cy="365125"/>
          </a:xfrm>
        </p:spPr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30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348" name=""/>
          <p:cNvSpPr/>
          <p:nvPr/>
        </p:nvSpPr>
        <p:spPr>
          <a:xfrm>
            <a:off x="350600" y="956677"/>
            <a:ext cx="8785966" cy="556629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56" name=""/>
          <p:cNvSpPr/>
          <p:nvPr/>
        </p:nvSpPr>
        <p:spPr>
          <a:xfrm>
            <a:off x="350599" y="956677"/>
            <a:ext cx="8785966" cy="74983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7" name=""/>
          <p:cNvSpPr/>
          <p:nvPr/>
        </p:nvSpPr>
        <p:spPr>
          <a:xfrm>
            <a:off x="1075172" y="1073205"/>
            <a:ext cx="1631409" cy="516781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 </a:t>
            </a: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LOGO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58" name=""/>
          <p:cNvSpPr/>
          <p:nvPr/>
        </p:nvSpPr>
        <p:spPr>
          <a:xfrm>
            <a:off x="7616011" y="106874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날짜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9" name=""/>
          <p:cNvSpPr/>
          <p:nvPr/>
        </p:nvSpPr>
        <p:spPr>
          <a:xfrm>
            <a:off x="350600" y="1073205"/>
            <a:ext cx="724572" cy="51678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0" name=""/>
          <p:cNvSpPr/>
          <p:nvPr/>
        </p:nvSpPr>
        <p:spPr>
          <a:xfrm>
            <a:off x="7616011" y="136523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문의 답변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3" name=""/>
          <p:cNvSpPr/>
          <p:nvPr/>
        </p:nvSpPr>
        <p:spPr>
          <a:xfrm>
            <a:off x="4220790" y="2064990"/>
            <a:ext cx="1266622" cy="3273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문의 답변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3" name=""/>
          <p:cNvSpPr/>
          <p:nvPr/>
        </p:nvSpPr>
        <p:spPr>
          <a:xfrm>
            <a:off x="712884" y="4295813"/>
            <a:ext cx="1177990" cy="369410"/>
          </a:xfrm>
          <a:prstGeom prst="rect">
            <a:avLst/>
          </a:prstGeom>
          <a:solidFill>
            <a:srgbClr val="ffffff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답글 제목</a:t>
            </a:r>
            <a:endParaRPr lang="ko-KR" altLang="en-US" sz="1200">
              <a:solidFill>
                <a:schemeClr val="dk1"/>
              </a:solidFill>
            </a:endParaRPr>
          </a:p>
        </p:txBody>
      </p:sp>
      <p:sp>
        <p:nvSpPr>
          <p:cNvPr id="384" name=""/>
          <p:cNvSpPr/>
          <p:nvPr/>
        </p:nvSpPr>
        <p:spPr>
          <a:xfrm>
            <a:off x="1890875" y="4295813"/>
            <a:ext cx="6629532" cy="36941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문의 답변 제목 입력 박스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8" name=""/>
          <p:cNvSpPr/>
          <p:nvPr/>
        </p:nvSpPr>
        <p:spPr>
          <a:xfrm>
            <a:off x="712885" y="4665223"/>
            <a:ext cx="7807523" cy="1281822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내용 입력 박스</a:t>
            </a: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389" name=""/>
          <p:cNvSpPr/>
          <p:nvPr/>
        </p:nvSpPr>
        <p:spPr>
          <a:xfrm>
            <a:off x="7215695" y="6061719"/>
            <a:ext cx="1304714" cy="385053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답변하기</a:t>
            </a:r>
            <a:endParaRPr lang="ko-KR" altLang="en-US" sz="1200">
              <a:solidFill>
                <a:schemeClr val="dk1"/>
              </a:solidFill>
            </a:endParaRPr>
          </a:p>
        </p:txBody>
      </p:sp>
      <p:sp>
        <p:nvSpPr>
          <p:cNvPr id="396" name=""/>
          <p:cNvSpPr/>
          <p:nvPr/>
        </p:nvSpPr>
        <p:spPr>
          <a:xfrm>
            <a:off x="712884" y="2644581"/>
            <a:ext cx="1177990" cy="36941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문의 내용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97" name=""/>
          <p:cNvSpPr/>
          <p:nvPr/>
        </p:nvSpPr>
        <p:spPr>
          <a:xfrm>
            <a:off x="1890874" y="2644581"/>
            <a:ext cx="6629532" cy="36941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아이디</a:t>
            </a:r>
            <a:r>
              <a:rPr xmlns:mc="http://schemas.openxmlformats.org/markup-compatibility/2006" xmlns:hp="http://schemas.haansoft.com/office/presentation/8.0" kumimoji="0" lang="en-US" altLang="ko-KR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/</a:t>
            </a: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 문의 유형 값 </a:t>
            </a:r>
            <a:r>
              <a:rPr xmlns:mc="http://schemas.openxmlformats.org/markup-compatibility/2006" xmlns:hp="http://schemas.haansoft.com/office/presentation/8.0" kumimoji="0" lang="en-US" altLang="ko-KR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/</a:t>
            </a: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 작성 시간 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98" name=""/>
          <p:cNvSpPr/>
          <p:nvPr/>
        </p:nvSpPr>
        <p:spPr>
          <a:xfrm>
            <a:off x="712884" y="3013991"/>
            <a:ext cx="7807523" cy="1281822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내용 값</a:t>
            </a: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99" name="타원 83"/>
          <p:cNvSpPr/>
          <p:nvPr/>
        </p:nvSpPr>
        <p:spPr>
          <a:xfrm>
            <a:off x="570010" y="2573143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400" name="타원 83"/>
          <p:cNvSpPr/>
          <p:nvPr/>
        </p:nvSpPr>
        <p:spPr>
          <a:xfrm>
            <a:off x="641448" y="4224375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graphicFrame>
        <p:nvGraphicFramePr>
          <p:cNvPr id="401" name=""/>
          <p:cNvGraphicFramePr>
            <a:graphicFrameLocks noGrp="1"/>
          </p:cNvGraphicFramePr>
          <p:nvPr/>
        </p:nvGraphicFramePr>
        <p:xfrm>
          <a:off x="9400022" y="956677"/>
          <a:ext cx="2514276" cy="2277993"/>
        </p:xfrm>
        <a:graphic>
          <a:graphicData uri="http://schemas.openxmlformats.org/drawingml/2006/table">
            <a:tbl>
              <a:tblPr firstRow="1" bandRow="1">
                <a:tableStyle styleId="{01A66EDD-3DAB-4C5B-A090-DC80EC1FD486}" styleName="Normal Style 1 - Accent 1">
                  <a:wholeTbl>
                    <a:tcTxStyle>
                      <a:fontRef idx="minor">
                        <a:prstClr val="black"/>
                      </a:fontRef>
                      <a:schemeClr val="dk1"/>
                    </a:tcTxStyle>
                    <a:tcStyle>
                      <a:tcBdr>
                        <a:left>
                          <a:ln w="12700" cmpd="sng">
                            <a:solidFill>
                              <a:schemeClr val="lt1"/>
                            </a:solidFill>
                          </a:ln>
                        </a:left>
                        <a:right>
                          <a:ln w="12700" cmpd="sng">
                            <a:solidFill>
                              <a:schemeClr val="lt1"/>
                            </a:solidFill>
                          </a:ln>
                        </a:right>
                        <a:top>
                          <a:ln w="12700" cmpd="sng">
                            <a:solidFill>
                              <a:schemeClr val="lt1"/>
                            </a:solidFill>
                          </a:ln>
                        </a:top>
                        <a:bottom>
                          <a:ln w="12700" cmpd="sng">
                            <a:solidFill>
                              <a:schemeClr val="lt1"/>
                            </a:solidFill>
                          </a:ln>
                        </a:bottom>
                        <a:insideH>
                          <a:ln w="12700" cmpd="sng">
                            <a:solidFill>
                              <a:schemeClr val="lt1"/>
                            </a:solidFill>
                          </a:ln>
                        </a:insideH>
                        <a:insideV>
                          <a:ln w="12700" cmpd="sng">
                            <a:solidFill>
                              <a:schemeClr val="lt1"/>
                            </a:solidFill>
                          </a:ln>
                        </a:insideV>
                      </a:tcBdr>
                      <a:fill>
                        <a:solidFill>
                          <a:schemeClr val="accent1">
                            <a:lum val="90000"/>
                          </a:schemeClr>
                        </a:solidFill>
                      </a:fill>
                    </a:tcStyle>
                  </a:wholeTbl>
                  <a:band1H>
                    <a:tcTxStyle/>
                    <a:tcStyle>
                      <a:tcBdr/>
                      <a:fill>
                        <a:solidFill>
                          <a:schemeClr val="accent1">
                            <a:lum val="80000"/>
                          </a:schemeClr>
                        </a:solidFill>
                      </a:fill>
                    </a:tcStyle>
                  </a:band1H>
                  <a:band2H>
                    <a:tcTxStyle/>
                    <a:tcStyle>
                      <a:tcBdr/>
                    </a:tcStyle>
                  </a:band2H>
                  <a:band1V>
                    <a:tcTxStyle/>
                    <a:tcStyle>
                      <a:tcBdr/>
                      <a:fill>
                        <a:solidFill>
                          <a:schemeClr val="accent1">
                            <a:lum val="80000"/>
                          </a:schemeClr>
                        </a:solidFill>
                      </a:fill>
                    </a:tcStyle>
                  </a:band1V>
                  <a:band2V>
                    <a:tcTxStyle/>
                    <a:tcStyle>
                      <a:tcBdr/>
                    </a:tcStyle>
                  </a:band2V>
                  <a:lastCol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/>
                      <a:fill>
                        <a:solidFill>
                          <a:schemeClr val="accent1"/>
                        </a:solidFill>
                      </a:fill>
                    </a:tcStyle>
                  </a:lastCol>
                  <a:firstCol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/>
                      <a:fill>
                        <a:solidFill>
                          <a:schemeClr val="accent1"/>
                        </a:solidFill>
                      </a:fill>
                    </a:tcStyle>
                  </a:firstCol>
                  <a:lastRow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>
                        <a:top>
                          <a:ln w="38100" cmpd="sng">
                            <a:solidFill>
                              <a:schemeClr val="lt1"/>
                            </a:solidFill>
                          </a:ln>
                        </a:top>
                      </a:tcBdr>
                      <a:fill>
                        <a:solidFill>
                          <a:schemeClr val="accent1"/>
                        </a:solidFill>
                      </a:fill>
                    </a:tcStyle>
                  </a:lastRow>
                  <a:firstRow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>
                        <a:bottom>
                          <a:ln w="38100" cmpd="sng">
                            <a:solidFill>
                              <a:schemeClr val="lt1"/>
                            </a:solidFill>
                          </a:ln>
                        </a:bottom>
                      </a:tcBdr>
                      <a:fill>
                        <a:solidFill>
                          <a:schemeClr val="accent1"/>
                        </a:solidFill>
                      </a:fill>
                    </a:tcStyle>
                  </a:firstRow>
                </a:tableStyle>
              </a:tblPr>
              <a:tblGrid>
                <a:gridCol w="597846"/>
                <a:gridCol w="1916430"/>
              </a:tblGrid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300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문의 답변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수신된 문의 값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상단에 보일 수 있게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96265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답글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403" name=""/>
          <p:cNvSpPr/>
          <p:nvPr/>
        </p:nvSpPr>
        <p:spPr>
          <a:xfrm>
            <a:off x="9498254" y="5040982"/>
            <a:ext cx="2375512" cy="109486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04" name=""/>
          <p:cNvSpPr/>
          <p:nvPr/>
        </p:nvSpPr>
        <p:spPr>
          <a:xfrm>
            <a:off x="9718539" y="5806023"/>
            <a:ext cx="898089" cy="200633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확인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05" name=""/>
          <p:cNvSpPr/>
          <p:nvPr/>
        </p:nvSpPr>
        <p:spPr>
          <a:xfrm>
            <a:off x="10686010" y="5806023"/>
            <a:ext cx="898089" cy="200633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취소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06" name=""/>
          <p:cNvSpPr/>
          <p:nvPr/>
        </p:nvSpPr>
        <p:spPr>
          <a:xfrm>
            <a:off x="9718539" y="5278268"/>
            <a:ext cx="1865560" cy="38428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답변 하시겠습니까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cxnSp>
        <p:nvCxnSpPr>
          <p:cNvPr id="407" name=""/>
          <p:cNvCxnSpPr>
            <a:endCxn id="403" idx="1"/>
          </p:cNvCxnSpPr>
          <p:nvPr/>
        </p:nvCxnSpPr>
        <p:spPr>
          <a:xfrm flipV="1">
            <a:off x="8279722" y="5588417"/>
            <a:ext cx="1218532" cy="547434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3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관리자 페이지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상품 관리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31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348" name=""/>
          <p:cNvSpPr/>
          <p:nvPr/>
        </p:nvSpPr>
        <p:spPr>
          <a:xfrm>
            <a:off x="350600" y="956677"/>
            <a:ext cx="8785966" cy="556629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1" name=""/>
          <p:cNvGraphicFramePr>
            <a:graphicFrameLocks noGrp="1"/>
          </p:cNvGraphicFramePr>
          <p:nvPr/>
        </p:nvGraphicFramePr>
        <p:xfrm>
          <a:off x="9359490" y="971752"/>
          <a:ext cx="2512982" cy="251382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597846"/>
                <a:gridCol w="1915136"/>
              </a:tblGrid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300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 관리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클릭시 상품 등록으로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클릭시 상품 수정 으로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클릭시 상품 삭제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56" name=""/>
          <p:cNvSpPr/>
          <p:nvPr/>
        </p:nvSpPr>
        <p:spPr>
          <a:xfrm>
            <a:off x="350599" y="956677"/>
            <a:ext cx="8785966" cy="74983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7" name=""/>
          <p:cNvSpPr/>
          <p:nvPr/>
        </p:nvSpPr>
        <p:spPr>
          <a:xfrm>
            <a:off x="1075172" y="1073205"/>
            <a:ext cx="1631409" cy="516781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 </a:t>
            </a: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LOGO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58" name=""/>
          <p:cNvSpPr/>
          <p:nvPr/>
        </p:nvSpPr>
        <p:spPr>
          <a:xfrm>
            <a:off x="7616011" y="106874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날짜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9" name=""/>
          <p:cNvSpPr/>
          <p:nvPr/>
        </p:nvSpPr>
        <p:spPr>
          <a:xfrm>
            <a:off x="350600" y="1073205"/>
            <a:ext cx="724572" cy="51678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0" name=""/>
          <p:cNvSpPr/>
          <p:nvPr/>
        </p:nvSpPr>
        <p:spPr>
          <a:xfrm>
            <a:off x="7616011" y="136523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상품 관리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361" name=""/>
          <p:cNvGraphicFramePr>
            <a:graphicFrameLocks noGrp="1"/>
          </p:cNvGraphicFramePr>
          <p:nvPr/>
        </p:nvGraphicFramePr>
        <p:xfrm>
          <a:off x="422036" y="2743898"/>
          <a:ext cx="8524000" cy="741680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1220689"/>
                <a:gridCol w="1220689"/>
                <a:gridCol w="1220689"/>
                <a:gridCol w="1208973"/>
                <a:gridCol w="1211580"/>
                <a:gridCol w="1220690"/>
                <a:gridCol w="1220690"/>
              </a:tblGrid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상품 번호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상품명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상품 카테고리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상품 금액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200" b="0">
                          <a:solidFill>
                            <a:schemeClr val="dk1"/>
                          </a:solidFill>
                          <a:effectLst/>
                        </a:rPr>
                        <a:t>상품 판매 여부</a:t>
                      </a:r>
                      <a:endParaRPr lang="ko-KR" altLang="en-US" sz="12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상품 조회 수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주문 상태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  <a:effectLst/>
                        </a:rPr>
                        <a:t>(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  <a:effectLst/>
                        </a:rPr>
                        <a:t>체크박스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  <a:effectLst/>
                        </a:rPr>
                        <a:t>)</a:t>
                      </a:r>
                      <a:endParaRPr lang="en-US" altLang="ko-KR" sz="11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62" name="타원 83"/>
          <p:cNvSpPr/>
          <p:nvPr/>
        </p:nvSpPr>
        <p:spPr>
          <a:xfrm>
            <a:off x="7543412" y="2157227"/>
            <a:ext cx="145198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lstStyle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graphicFrame>
        <p:nvGraphicFramePr>
          <p:cNvPr id="363" name=""/>
          <p:cNvGraphicFramePr>
            <a:graphicFrameLocks noGrp="1"/>
          </p:cNvGraphicFramePr>
          <p:nvPr/>
        </p:nvGraphicFramePr>
        <p:xfrm>
          <a:off x="424358" y="3485578"/>
          <a:ext cx="8528685" cy="741680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1221105"/>
                <a:gridCol w="1221105"/>
                <a:gridCol w="1221105"/>
                <a:gridCol w="1211580"/>
                <a:gridCol w="1211580"/>
                <a:gridCol w="1221105"/>
                <a:gridCol w="1221105"/>
              </a:tblGrid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썸네일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재고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히트 상품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200" b="0">
                          <a:solidFill>
                            <a:schemeClr val="dk1"/>
                          </a:solidFill>
                        </a:rPr>
                        <a:t>상품 품절 여부</a:t>
                      </a:r>
                      <a:endParaRPr lang="ko-KR" altLang="en-US" sz="12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상품 구매 수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수정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삭제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상품 이미지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  <a:effectLst/>
                        </a:rPr>
                        <a:t>(</a:t>
                      </a: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체크박스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  <a:effectLst/>
                        </a:rPr>
                        <a:t>)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  <a:effectLst/>
                        </a:rPr>
                        <a:t>(</a:t>
                      </a: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체크박스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  <a:effectLst/>
                        </a:rPr>
                        <a:t>)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버튼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버튼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65" name=""/>
          <p:cNvSpPr/>
          <p:nvPr/>
        </p:nvSpPr>
        <p:spPr>
          <a:xfrm>
            <a:off x="4220790" y="2064990"/>
            <a:ext cx="1266622" cy="3273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lstStyle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상품 관리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369" name=""/>
          <p:cNvGraphicFramePr>
            <a:graphicFrameLocks noGrp="1"/>
          </p:cNvGraphicFramePr>
          <p:nvPr/>
        </p:nvGraphicFramePr>
        <p:xfrm>
          <a:off x="429042" y="4527707"/>
          <a:ext cx="8524000" cy="741680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1220689"/>
                <a:gridCol w="1220689"/>
                <a:gridCol w="1220689"/>
                <a:gridCol w="1208973"/>
                <a:gridCol w="1211580"/>
                <a:gridCol w="1220690"/>
                <a:gridCol w="1220690"/>
              </a:tblGrid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상품 번호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상품명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상품 카테고리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상품 금액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2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상품 판매 여부</a:t>
                      </a:r>
                      <a:endParaRPr xmlns:mc="http://schemas.openxmlformats.org/markup-compatibility/2006" xmlns:hp="http://schemas.haansoft.com/office/presentation/8.0" kumimoji="0" lang="ko-KR" altLang="en-US" sz="12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상품 조회 수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주문 상태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>
                        <a:alpha val="100000"/>
                      </a:srgbClr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값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값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값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값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값</a:t>
                      </a:r>
                      <a:r>
                        <a:rPr xmlns:mc="http://schemas.openxmlformats.org/markup-compatibility/2006" xmlns:hp="http://schemas.haansoft.com/office/presentation/8.0" kumimoji="0" lang="en-US" altLang="ko-KR" sz="11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Calibri"/>
                        </a:rPr>
                        <a:t>(</a:t>
                      </a:r>
                      <a:r>
                        <a:rPr xmlns:mc="http://schemas.openxmlformats.org/markup-compatibility/2006" xmlns:hp="http://schemas.haansoft.com/office/presentation/8.0" kumimoji="0" lang="ko-KR" altLang="en-US" sz="11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체크박스</a:t>
                      </a:r>
                      <a:r>
                        <a:rPr xmlns:mc="http://schemas.openxmlformats.org/markup-compatibility/2006" xmlns:hp="http://schemas.haansoft.com/office/presentation/8.0" kumimoji="0" lang="en-US" altLang="ko-KR" sz="11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Calibri"/>
                        </a:rPr>
                        <a:t>)</a:t>
                      </a:r>
                      <a:endParaRPr xmlns:mc="http://schemas.openxmlformats.org/markup-compatibility/2006" xmlns:hp="http://schemas.haansoft.com/office/presentation/8.0" kumimoji="0" lang="en-US" altLang="ko-KR" sz="11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값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값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71" name=""/>
          <p:cNvGraphicFramePr>
            <a:graphicFrameLocks noGrp="1"/>
          </p:cNvGraphicFramePr>
          <p:nvPr/>
        </p:nvGraphicFramePr>
        <p:xfrm>
          <a:off x="431364" y="5269387"/>
          <a:ext cx="8528685" cy="741680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1221105"/>
                <a:gridCol w="1221105"/>
                <a:gridCol w="1221105"/>
                <a:gridCol w="1211580"/>
                <a:gridCol w="1211580"/>
                <a:gridCol w="1221105"/>
                <a:gridCol w="1221105"/>
              </a:tblGrid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썸네일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재고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히트 상품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2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 품절 여부</a:t>
                      </a:r>
                      <a:endParaRPr xmlns:mc="http://schemas.openxmlformats.org/markup-compatibility/2006" xmlns:hp="http://schemas.haansoft.com/office/presentation/8.0" kumimoji="0" lang="ko-KR" altLang="en-US" sz="12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 구매 수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수정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삭제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>
                        <a:alpha val="100000"/>
                      </a:srgbClr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 이미지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값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  <a:effectLst/>
                        </a:rPr>
                        <a:t>(</a:t>
                      </a: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체크박스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  <a:effectLst/>
                        </a:rPr>
                        <a:t>)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값</a:t>
                      </a:r>
                      <a:r>
                        <a:rPr xmlns:mc="http://schemas.openxmlformats.org/markup-compatibility/2006" xmlns:hp="http://schemas.haansoft.com/office/presentation/8.0" kumimoji="0" lang="en-US" altLang="ko-KR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Calibri"/>
                        </a:rPr>
                        <a:t>(</a:t>
                      </a: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체크박스</a:t>
                      </a:r>
                      <a:r>
                        <a:rPr xmlns:mc="http://schemas.openxmlformats.org/markup-compatibility/2006" xmlns:hp="http://schemas.haansoft.com/office/presentation/8.0" kumimoji="0" lang="en-US" altLang="ko-KR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Calibri"/>
                        </a:rPr>
                        <a:t>)</a:t>
                      </a:r>
                      <a:endParaRPr xmlns:mc="http://schemas.openxmlformats.org/markup-compatibility/2006" xmlns:hp="http://schemas.haansoft.com/office/presentation/8.0" kumimoji="0" lang="en-US" altLang="ko-KR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값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버튼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버튼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372" name="타원 83"/>
          <p:cNvSpPr/>
          <p:nvPr/>
        </p:nvSpPr>
        <p:spPr>
          <a:xfrm>
            <a:off x="6671571" y="3856418"/>
            <a:ext cx="145198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73" name="타원 83"/>
          <p:cNvSpPr/>
          <p:nvPr/>
        </p:nvSpPr>
        <p:spPr>
          <a:xfrm>
            <a:off x="7841784" y="3856418"/>
            <a:ext cx="145198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74" name=""/>
          <p:cNvSpPr/>
          <p:nvPr/>
        </p:nvSpPr>
        <p:spPr>
          <a:xfrm>
            <a:off x="7632630" y="2263144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상품 등록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75" name=""/>
          <p:cNvSpPr/>
          <p:nvPr/>
        </p:nvSpPr>
        <p:spPr>
          <a:xfrm>
            <a:off x="9498254" y="5040982"/>
            <a:ext cx="2375512" cy="109486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76" name=""/>
          <p:cNvSpPr/>
          <p:nvPr/>
        </p:nvSpPr>
        <p:spPr>
          <a:xfrm>
            <a:off x="9718539" y="5806023"/>
            <a:ext cx="898089" cy="200633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삭제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77" name=""/>
          <p:cNvSpPr/>
          <p:nvPr/>
        </p:nvSpPr>
        <p:spPr>
          <a:xfrm>
            <a:off x="10686010" y="5806023"/>
            <a:ext cx="898089" cy="200633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취소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78" name=""/>
          <p:cNvSpPr/>
          <p:nvPr/>
        </p:nvSpPr>
        <p:spPr>
          <a:xfrm>
            <a:off x="9718539" y="5278268"/>
            <a:ext cx="1865560" cy="38428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정말로 삭제하시겠습니까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cxnSp>
        <p:nvCxnSpPr>
          <p:cNvPr id="379" name=""/>
          <p:cNvCxnSpPr/>
          <p:nvPr/>
        </p:nvCxnSpPr>
        <p:spPr>
          <a:xfrm>
            <a:off x="8617854" y="3999295"/>
            <a:ext cx="1251860" cy="1041687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0" name=""/>
          <p:cNvCxnSpPr/>
          <p:nvPr/>
        </p:nvCxnSpPr>
        <p:spPr>
          <a:xfrm flipV="1">
            <a:off x="8826498" y="5806023"/>
            <a:ext cx="671756" cy="100316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3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관리자 페이지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상품 등록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32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348" name=""/>
          <p:cNvSpPr/>
          <p:nvPr/>
        </p:nvSpPr>
        <p:spPr>
          <a:xfrm>
            <a:off x="350600" y="956677"/>
            <a:ext cx="8785966" cy="556629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1" name=""/>
          <p:cNvGraphicFramePr>
            <a:graphicFrameLocks noGrp="1"/>
          </p:cNvGraphicFramePr>
          <p:nvPr/>
        </p:nvGraphicFramePr>
        <p:xfrm>
          <a:off x="9359490" y="971752"/>
          <a:ext cx="2512982" cy="209485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597846"/>
                <a:gridCol w="1915136"/>
              </a:tblGrid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300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 등록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 등록 양식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 등록하기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56" name=""/>
          <p:cNvSpPr/>
          <p:nvPr/>
        </p:nvSpPr>
        <p:spPr>
          <a:xfrm>
            <a:off x="350599" y="956677"/>
            <a:ext cx="8785966" cy="74983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7" name=""/>
          <p:cNvSpPr/>
          <p:nvPr/>
        </p:nvSpPr>
        <p:spPr>
          <a:xfrm>
            <a:off x="1075172" y="1073205"/>
            <a:ext cx="1631409" cy="516781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 </a:t>
            </a: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LOGO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58" name=""/>
          <p:cNvSpPr/>
          <p:nvPr/>
        </p:nvSpPr>
        <p:spPr>
          <a:xfrm>
            <a:off x="7616011" y="106874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날짜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9" name=""/>
          <p:cNvSpPr/>
          <p:nvPr/>
        </p:nvSpPr>
        <p:spPr>
          <a:xfrm>
            <a:off x="350600" y="1073205"/>
            <a:ext cx="724572" cy="51678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0" name=""/>
          <p:cNvSpPr/>
          <p:nvPr/>
        </p:nvSpPr>
        <p:spPr>
          <a:xfrm>
            <a:off x="7616011" y="136523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상품 등록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5" name=""/>
          <p:cNvSpPr/>
          <p:nvPr/>
        </p:nvSpPr>
        <p:spPr>
          <a:xfrm>
            <a:off x="4220790" y="2064990"/>
            <a:ext cx="1266622" cy="3273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lstStyle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상품 등록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381" name=""/>
          <p:cNvGraphicFramePr>
            <a:graphicFrameLocks noGrp="1"/>
          </p:cNvGraphicFramePr>
          <p:nvPr/>
        </p:nvGraphicFramePr>
        <p:xfrm>
          <a:off x="632034" y="2685948"/>
          <a:ext cx="7925528" cy="2595880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1040130"/>
                <a:gridCol w="2930741"/>
                <a:gridCol w="1163954"/>
                <a:gridCol w="2790703"/>
              </a:tblGrid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상품번호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b2b2b2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현재시간</a:t>
                      </a:r>
                      <a:r>
                        <a:rPr xmlns:mc="http://schemas.openxmlformats.org/markup-compatibility/2006" xmlns:hp="http://schemas.haansoft.com/office/presentation/8.0" kumimoji="0" lang="en-US" altLang="ko-KR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(</a:t>
                      </a: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초까지</a:t>
                      </a:r>
                      <a:r>
                        <a:rPr xmlns:mc="http://schemas.openxmlformats.org/markup-compatibility/2006" xmlns:hp="http://schemas.haansoft.com/office/presentation/8.0" kumimoji="0" lang="en-US" altLang="ko-KR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)</a:t>
                      </a:r>
                      <a:endParaRPr xmlns:mc="http://schemas.openxmlformats.org/markup-compatibility/2006" xmlns:hp="http://schemas.haansoft.com/office/presentation/8.0" kumimoji="0" lang="en-US" altLang="ko-KR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 명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b2b2b2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 금액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b2b2b2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카테고리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b2b2b2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썸네일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b2b2b2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파일 선택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메인 이미지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b2b2b2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파일 선택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74168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b2b2b2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미리보기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b2b2b2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미리보기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74168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 상세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설명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b2b2b2">
                        <a:alpha val="100000"/>
                      </a:srgbClr>
                    </a:solidFill>
                  </a:tcPr>
                </a:tc>
                <a:tc gridSpan="3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Calibri"/>
                        </a:rPr>
                        <a:t>입력 박스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 hMerge="1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l" defTabSz="914400" rtl="0" eaLnBrk="1" latinLnBrk="1" hangingPunct="1">
                        <a:buNone/>
                        <a:defRPr/>
                      </a:pPr>
                      <a:endParaRPr xmlns:mc="http://schemas.openxmlformats.org/markup-compatibility/2006" xmlns:hp="http://schemas.haansoft.com/office/presentation/8.0" kumimoji="0" lang="ko-KR" altLang="en-US" sz="18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 hMerge="1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l" defTabSz="914400" rtl="0" eaLnBrk="1" latinLnBrk="1" hangingPunct="1">
                        <a:buNone/>
                        <a:defRPr/>
                      </a:pPr>
                      <a:endParaRPr xmlns:mc="http://schemas.openxmlformats.org/markup-compatibility/2006" xmlns:hp="http://schemas.haansoft.com/office/presentation/8.0" kumimoji="0" lang="ko-KR" altLang="en-US" sz="18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383" name="타원 83"/>
          <p:cNvSpPr/>
          <p:nvPr/>
        </p:nvSpPr>
        <p:spPr>
          <a:xfrm>
            <a:off x="570010" y="2614510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84" name=""/>
          <p:cNvSpPr/>
          <p:nvPr/>
        </p:nvSpPr>
        <p:spPr>
          <a:xfrm>
            <a:off x="7290939" y="5970806"/>
            <a:ext cx="1266622" cy="3273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등록하기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5" name="타원 83"/>
          <p:cNvSpPr/>
          <p:nvPr/>
        </p:nvSpPr>
        <p:spPr>
          <a:xfrm>
            <a:off x="7219501" y="5970806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3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관리자 페이지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상품 수정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33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348" name=""/>
          <p:cNvSpPr/>
          <p:nvPr/>
        </p:nvSpPr>
        <p:spPr>
          <a:xfrm>
            <a:off x="350600" y="956677"/>
            <a:ext cx="8785966" cy="556629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1" name=""/>
          <p:cNvGraphicFramePr>
            <a:graphicFrameLocks noGrp="1"/>
          </p:cNvGraphicFramePr>
          <p:nvPr/>
        </p:nvGraphicFramePr>
        <p:xfrm>
          <a:off x="9359490" y="971752"/>
          <a:ext cx="2512982" cy="209485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597846"/>
                <a:gridCol w="1915136"/>
              </a:tblGrid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300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 수정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 등록 양식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 등록하기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56" name=""/>
          <p:cNvSpPr/>
          <p:nvPr/>
        </p:nvSpPr>
        <p:spPr>
          <a:xfrm>
            <a:off x="350599" y="956677"/>
            <a:ext cx="8785966" cy="74983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7" name=""/>
          <p:cNvSpPr/>
          <p:nvPr/>
        </p:nvSpPr>
        <p:spPr>
          <a:xfrm>
            <a:off x="1075172" y="1073205"/>
            <a:ext cx="1631409" cy="516781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 </a:t>
            </a: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LOGO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58" name=""/>
          <p:cNvSpPr/>
          <p:nvPr/>
        </p:nvSpPr>
        <p:spPr>
          <a:xfrm>
            <a:off x="7616011" y="106874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날짜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9" name=""/>
          <p:cNvSpPr/>
          <p:nvPr/>
        </p:nvSpPr>
        <p:spPr>
          <a:xfrm>
            <a:off x="350600" y="1073205"/>
            <a:ext cx="724572" cy="51678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0" name=""/>
          <p:cNvSpPr/>
          <p:nvPr/>
        </p:nvSpPr>
        <p:spPr>
          <a:xfrm>
            <a:off x="7616011" y="136523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상품 수정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5" name=""/>
          <p:cNvSpPr/>
          <p:nvPr/>
        </p:nvSpPr>
        <p:spPr>
          <a:xfrm>
            <a:off x="4220790" y="2064990"/>
            <a:ext cx="1266622" cy="3273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lstStyle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상품 수정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381" name=""/>
          <p:cNvGraphicFramePr>
            <a:graphicFrameLocks noGrp="1"/>
          </p:cNvGraphicFramePr>
          <p:nvPr/>
        </p:nvGraphicFramePr>
        <p:xfrm>
          <a:off x="632034" y="2685948"/>
          <a:ext cx="7925528" cy="2595880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1040130"/>
                <a:gridCol w="2930741"/>
                <a:gridCol w="1163954"/>
                <a:gridCol w="2790703"/>
              </a:tblGrid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상품번호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b2b2b2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값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 명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b2b2b2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값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 금액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b2b2b2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값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카테고리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b2b2b2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값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썸네일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b2b2b2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파일 선택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메인 이미지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b2b2b2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파일 선택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74168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b2b2b2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현재 썸네일 미리보기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b2b2b2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현재 이미지 미리보기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74168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 상세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설명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b2b2b2">
                        <a:alpha val="100000"/>
                      </a:srgbClr>
                    </a:solidFill>
                  </a:tcPr>
                </a:tc>
                <a:tc gridSpan="3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Calibri"/>
                        </a:rPr>
                        <a:t>입력 박스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 hMerge="1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l" defTabSz="914400" rtl="0" eaLnBrk="1" latinLnBrk="1" hangingPunct="1">
                        <a:buNone/>
                        <a:defRPr/>
                      </a:pPr>
                      <a:endParaRPr xmlns:mc="http://schemas.openxmlformats.org/markup-compatibility/2006" xmlns:hp="http://schemas.haansoft.com/office/presentation/8.0" kumimoji="0" lang="ko-KR" altLang="en-US" sz="18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 hMerge="1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l" defTabSz="914400" rtl="0" eaLnBrk="1" latinLnBrk="1" hangingPunct="1">
                        <a:buNone/>
                        <a:defRPr/>
                      </a:pPr>
                      <a:endParaRPr xmlns:mc="http://schemas.openxmlformats.org/markup-compatibility/2006" xmlns:hp="http://schemas.haansoft.com/office/presentation/8.0" kumimoji="0" lang="ko-KR" altLang="en-US" sz="18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383" name="타원 83"/>
          <p:cNvSpPr/>
          <p:nvPr/>
        </p:nvSpPr>
        <p:spPr>
          <a:xfrm>
            <a:off x="570010" y="2614510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84" name=""/>
          <p:cNvSpPr/>
          <p:nvPr/>
        </p:nvSpPr>
        <p:spPr>
          <a:xfrm>
            <a:off x="7362622" y="5972555"/>
            <a:ext cx="1266622" cy="3273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취소하기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5" name="타원 83"/>
          <p:cNvSpPr/>
          <p:nvPr/>
        </p:nvSpPr>
        <p:spPr>
          <a:xfrm>
            <a:off x="7362622" y="5901117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88" name=""/>
          <p:cNvSpPr/>
          <p:nvPr/>
        </p:nvSpPr>
        <p:spPr>
          <a:xfrm>
            <a:off x="6091237" y="5972555"/>
            <a:ext cx="1266622" cy="3273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수정하기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9" name="타원 83"/>
          <p:cNvSpPr/>
          <p:nvPr/>
        </p:nvSpPr>
        <p:spPr>
          <a:xfrm>
            <a:off x="6000749" y="5943980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3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관리자 페이지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지점 관리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34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348" name=""/>
          <p:cNvSpPr/>
          <p:nvPr/>
        </p:nvSpPr>
        <p:spPr>
          <a:xfrm>
            <a:off x="350600" y="956677"/>
            <a:ext cx="8785966" cy="556629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1" name=""/>
          <p:cNvGraphicFramePr>
            <a:graphicFrameLocks noGrp="1"/>
          </p:cNvGraphicFramePr>
          <p:nvPr/>
        </p:nvGraphicFramePr>
        <p:xfrm>
          <a:off x="9359490" y="971752"/>
          <a:ext cx="2512982" cy="251382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597846"/>
                <a:gridCol w="1915136"/>
              </a:tblGrid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300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지점 관리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56" name=""/>
          <p:cNvSpPr/>
          <p:nvPr/>
        </p:nvSpPr>
        <p:spPr>
          <a:xfrm>
            <a:off x="350599" y="956677"/>
            <a:ext cx="8785966" cy="74983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7" name=""/>
          <p:cNvSpPr/>
          <p:nvPr/>
        </p:nvSpPr>
        <p:spPr>
          <a:xfrm>
            <a:off x="1075172" y="1073205"/>
            <a:ext cx="1631409" cy="516781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 </a:t>
            </a: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LOGO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58" name=""/>
          <p:cNvSpPr/>
          <p:nvPr/>
        </p:nvSpPr>
        <p:spPr>
          <a:xfrm>
            <a:off x="7616011" y="106874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날짜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9" name=""/>
          <p:cNvSpPr/>
          <p:nvPr/>
        </p:nvSpPr>
        <p:spPr>
          <a:xfrm>
            <a:off x="350600" y="1073205"/>
            <a:ext cx="724572" cy="51678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0" name=""/>
          <p:cNvSpPr/>
          <p:nvPr/>
        </p:nvSpPr>
        <p:spPr>
          <a:xfrm>
            <a:off x="7616011" y="136523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현재 메뉴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theme/theme1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한컴오피스">
  <a:themeElements>
    <a:clrScheme name="한컴오피스">
      <a:dk1>
        <a:sysClr val="windowText" lastClr="000000"/>
      </a:dk1>
      <a:lt1>
        <a:sysClr val="window" lastClr="ffffff"/>
      </a:lt1>
      <a:dk2>
        <a:srgbClr val="3a3c84"/>
      </a:dk2>
      <a:lt2>
        <a:srgbClr val="faf3db"/>
      </a:lt2>
      <a:accent1>
        <a:srgbClr val="6182d6"/>
      </a:accent1>
      <a:accent2>
        <a:srgbClr val="ff843a"/>
      </a:accent2>
      <a:accent3>
        <a:srgbClr val="b2b2b2"/>
      </a:accent3>
      <a:accent4>
        <a:srgbClr val="ffd700"/>
      </a:accent4>
      <a:accent5>
        <a:srgbClr val="289b6e"/>
      </a:accent5>
      <a:accent6>
        <a:srgbClr val="9d5cbb"/>
      </a:accent6>
      <a:hlink>
        <a:srgbClr val="0000ff"/>
      </a:hlink>
      <a:folHlink>
        <a:srgbClr val="800080"/>
      </a:folHlink>
    </a:clrScheme>
    <a:fontScheme name="한컴오피스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inorFont>
    </a:fontScheme>
    <a:fmtScheme name="한컴오피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atMod val="105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reflection blurRad="12700" stA="26000" endPos="28000" dist="38100" dir="5400000" sy="-100000" rotWithShape="0"/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한컴오피스">
  <a:themeElements>
    <a:clrScheme name="한컴오피스">
      <a:dk1>
        <a:sysClr val="windowText" lastClr="000000"/>
      </a:dk1>
      <a:lt1>
        <a:sysClr val="window" lastClr="ffffff"/>
      </a:lt1>
      <a:dk2>
        <a:srgbClr val="3a3c84"/>
      </a:dk2>
      <a:lt2>
        <a:srgbClr val="faf3db"/>
      </a:lt2>
      <a:accent1>
        <a:srgbClr val="6182d6"/>
      </a:accent1>
      <a:accent2>
        <a:srgbClr val="ff843a"/>
      </a:accent2>
      <a:accent3>
        <a:srgbClr val="b2b2b2"/>
      </a:accent3>
      <a:accent4>
        <a:srgbClr val="ffd700"/>
      </a:accent4>
      <a:accent5>
        <a:srgbClr val="289b6e"/>
      </a:accent5>
      <a:accent6>
        <a:srgbClr val="9d5cbb"/>
      </a:accent6>
      <a:hlink>
        <a:srgbClr val="0000ff"/>
      </a:hlink>
      <a:folHlink>
        <a:srgbClr val="800080"/>
      </a:folHlink>
    </a:clrScheme>
    <a:fontScheme name="한컴오피스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inorFont>
    </a:fontScheme>
    <a:fmtScheme name="한컴오피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atMod val="105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reflection blurRad="12700" stA="26000" endPos="28000" dist="38100" dir="5400000" sy="-100000" rotWithShape="0"/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/>
  <ep:Words>2258</ep:Words>
  <ep:PresentationFormat>화면 슬라이드 쇼(4:3)</ep:PresentationFormat>
  <ep:Paragraphs>636</ep:Paragraphs>
  <ep:Slides>34</ep:Slides>
  <ep:Notes>34</ep:Notes>
  <ep:TotalTime>0</ep:TotalTime>
  <ep:HiddenSlides>0</ep:HiddenSlides>
  <ep:MMClips>0</ep:MMClips>
  <ep: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34</vt:i4>
      </vt:variant>
    </vt:vector>
  </ep:HeadingPairs>
  <ep:TitlesOfParts>
    <vt:vector size="35" baseType="lpstr">
      <vt:lpstr>한컴오피스</vt:lpstr>
      <vt:lpstr>슬라이드 1</vt:lpstr>
      <vt:lpstr>슬라이드 2</vt:lpstr>
      <vt:lpstr>슬라이드 3</vt:lpstr>
      <vt:lpstr>슬라이드 4</vt:lpstr>
      <vt:lpstr>슬라이드 5</vt:lpstr>
      <vt:lpstr>슬라이드 6</vt:lpstr>
      <vt:lpstr>슬라이드 7</vt:lpstr>
      <vt:lpstr>슬라이드 8</vt:lpstr>
      <vt:lpstr>슬라이드 9</vt:lpstr>
      <vt:lpstr>슬라이드 10</vt:lpstr>
      <vt:lpstr>슬라이드 11</vt:lpstr>
      <vt:lpstr>슬라이드 12</vt:lpstr>
      <vt:lpstr>슬라이드 13</vt:lpstr>
      <vt:lpstr>슬라이드 14</vt:lpstr>
      <vt:lpstr>슬라이드 15</vt:lpstr>
      <vt:lpstr>슬라이드 16</vt:lpstr>
      <vt:lpstr>슬라이드 17</vt:lpstr>
      <vt:lpstr>슬라이드 18</vt:lpstr>
      <vt:lpstr>슬라이드 19</vt:lpstr>
      <vt:lpstr>슬라이드 20</vt:lpstr>
      <vt:lpstr>슬라이드 21</vt:lpstr>
      <vt:lpstr>슬라이드 22</vt:lpstr>
      <vt:lpstr>슬라이드 23</vt:lpstr>
      <vt:lpstr>슬라이드 24</vt:lpstr>
      <vt:lpstr>슬라이드 25</vt:lpstr>
      <vt:lpstr>슬라이드 26</vt:lpstr>
      <vt:lpstr>슬라이드 27</vt:lpstr>
      <vt:lpstr>슬라이드 28</vt:lpstr>
      <vt:lpstr>슬라이드 29</vt:lpstr>
      <vt:lpstr>슬라이드 30</vt:lpstr>
      <vt:lpstr>슬라이드 31</vt:lpstr>
      <vt:lpstr>슬라이드 32</vt:lpstr>
      <vt:lpstr>슬라이드 33</vt:lpstr>
      <vt:lpstr>슬라이드 34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2021-05-22T07:57:19.622</dcterms:created>
  <dc:creator>HighTech</dc:creator>
  <cp:lastModifiedBy>HighTech</cp:lastModifiedBy>
  <dcterms:modified xsi:type="dcterms:W3CDTF">2021-06-13T14:05:16.636</dcterms:modified>
  <cp:revision>377</cp:revision>
  <cp:version>1100.0100.01</cp:version>
</cp:coreProperties>
</file>

<file path=docProps/custom.xml><?xml version="1.0" encoding="utf-8"?>
<cfp:Properties xmlns:r="http://schemas.openxmlformats.org/officeDocument/2006/relationships" xmlns:cfp="http://schemas.openxmlformats.org/officeDocument/2006/custom-properties" xmlns:vt="http://schemas.openxmlformats.org/officeDocument/2006/docPropsVTypes"/>
</file>