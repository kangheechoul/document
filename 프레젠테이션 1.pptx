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ldMasterIdLst>
    <p:sldMasterId id="2147483793" r:id="rId1"/>
  </p:sldMasterIdLst>
  <p:notesMasterIdLst>
    <p:notesMasterId r:id="rId2"/>
  </p:notes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howPr showNarration="1">
    <p:sldAll/>
    <p:penClr>
      <a:srgbClr val="ff0000"/>
    </p:penClr>
    <p:extLst>
      <p:ext uri="{2FDB2607-1784-4EEB-B798-7EB5836EED8A}">
        <p14:showMediaCtrls xmlns:p14="http://schemas.microsoft.com/office/powerpoint/2010/main" val="1"/>
      </p:ext>
    </p:extLst>
  </p:showPr>
  <p:extLst>
    <p:ext uri="ACF4677E-8BD2-47ae-8A1F-98590045965D">
      <hp:hncThemeShow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>
  <a:tblStyle styleId="{01A66EDD-3DAB-4C5B-A090-DC80EC1FD486}" styleName="Normal Style 1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lum val="9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lum val="8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lum val="8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snapVertSplitter="1">
    <p:restoredLeft sz="12579"/>
    <p:restoredTop sz="90000"/>
  </p:normalViewPr>
  <p:slideViewPr>
    <p:cSldViewPr snapToGrid="0" snapToObjects="1">
      <p:cViewPr varScale="1">
        <p:scale>
          <a:sx n="100" d="100"/>
          <a:sy n="100" d="100"/>
        </p:scale>
        <p:origin x="0" y="0"/>
      </p:cViewPr>
      <p:guideLst>
        <p:guide orient="horz" pos="2152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9" cy="72009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8.xml"  /><Relationship Id="rId11" Type="http://schemas.openxmlformats.org/officeDocument/2006/relationships/slide" Target="slides/slide9.xml"  /><Relationship Id="rId12" Type="http://schemas.openxmlformats.org/officeDocument/2006/relationships/slide" Target="slides/slide10.xml"  /><Relationship Id="rId13" Type="http://schemas.openxmlformats.org/officeDocument/2006/relationships/slide" Target="slides/slide11.xml"  /><Relationship Id="rId14" Type="http://schemas.openxmlformats.org/officeDocument/2006/relationships/slide" Target="slides/slide12.xml"  /><Relationship Id="rId15" Type="http://schemas.openxmlformats.org/officeDocument/2006/relationships/slide" Target="slides/slide13.xml"  /><Relationship Id="rId16" Type="http://schemas.openxmlformats.org/officeDocument/2006/relationships/slide" Target="slides/slide14.xml"  /><Relationship Id="rId17" Type="http://schemas.openxmlformats.org/officeDocument/2006/relationships/presProps" Target="presProps.xml"  /><Relationship Id="rId18" Type="http://schemas.openxmlformats.org/officeDocument/2006/relationships/viewProps" Target="viewProps.xml"  /><Relationship Id="rId19" Type="http://schemas.openxmlformats.org/officeDocument/2006/relationships/theme" Target="theme/theme1.xml"  /><Relationship Id="rId2" Type="http://schemas.openxmlformats.org/officeDocument/2006/relationships/notesMaster" Target="notesMasters/notesMaster1.xml"  /><Relationship Id="rId20" Type="http://schemas.openxmlformats.org/officeDocument/2006/relationships/tableStyles" Target="tableStyles.xml"  /><Relationship Id="rId3" Type="http://schemas.openxmlformats.org/officeDocument/2006/relationships/slide" Target="slides/slide1.xml"  /><Relationship Id="rId4" Type="http://schemas.openxmlformats.org/officeDocument/2006/relationships/slide" Target="slides/slide2.xml"  /><Relationship Id="rId5" Type="http://schemas.openxmlformats.org/officeDocument/2006/relationships/slide" Target="slides/slide3.xml"  /><Relationship Id="rId6" Type="http://schemas.openxmlformats.org/officeDocument/2006/relationships/slide" Target="slides/slide4.xml"  /><Relationship Id="rId7" Type="http://schemas.openxmlformats.org/officeDocument/2006/relationships/slide" Target="slides/slide5.xml"  /><Relationship Id="rId8" Type="http://schemas.openxmlformats.org/officeDocument/2006/relationships/slide" Target="slides/slide6.xml"  /><Relationship Id="rId9" Type="http://schemas.openxmlformats.org/officeDocument/2006/relationships/slide" Target="slides/slide7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 idx="0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E2B2BC9D-A816-4D0A-858B-1D023B3A8ACA}" type="datetime1">
              <a:rPr lang="ko-KR" altLang="en-US"/>
              <a:pPr lvl="0">
                <a:defRPr/>
              </a:pPr>
              <a:t>2021-05-27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>
            <a:no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.xml"  /><Relationship Id="rId2" Type="http://schemas.openxmlformats.org/officeDocument/2006/relationships/notesMaster" Target="../notesMasters/notesMaster1.xml"  /></Relationships>
</file>

<file path=ppt/notesSlides/_rels/notesSlide2.xml.rels><?xml version="1.0" encoding="UTF-8" standalone="yes" ?><Relationships xmlns="http://schemas.openxmlformats.org/package/2006/relationships"><Relationship Id="rId1" Type="http://schemas.openxmlformats.org/officeDocument/2006/relationships/slide" Target="../slides/slide2.xml"  /><Relationship Id="rId2" Type="http://schemas.openxmlformats.org/officeDocument/2006/relationships/notesMaster" Target="../notesMasters/notesMaster1.xml"  /></Relationships>
</file>

<file path=ppt/notesSlides/_rels/notesSlide3.xml.rels><?xml version="1.0" encoding="UTF-8" standalone="yes" ?><Relationships xmlns="http://schemas.openxmlformats.org/package/2006/relationships"><Relationship Id="rId1" Type="http://schemas.openxmlformats.org/officeDocument/2006/relationships/slide" Target="../slides/slide3.xml"  /><Relationship Id="rId2" Type="http://schemas.openxmlformats.org/officeDocument/2006/relationships/notesMaster" Target="../notesMasters/notesMaster1.xml"  /></Relationships>
</file>

<file path=ppt/notesSlides/_rels/notesSlide4.xml.rels><?xml version="1.0" encoding="UTF-8" standalone="yes" ?><Relationships xmlns="http://schemas.openxmlformats.org/package/2006/relationships"><Relationship Id="rId1" Type="http://schemas.openxmlformats.org/officeDocument/2006/relationships/slide" Target="../slides/slide4.xml"  /><Relationship Id="rId2" Type="http://schemas.openxmlformats.org/officeDocument/2006/relationships/notesMaster" Target="../notesMasters/notesMaster1.xml"  /></Relationships>
</file>

<file path=ppt/notesSlides/_rels/notesSlide5.xml.rels><?xml version="1.0" encoding="UTF-8" standalone="yes" ?><Relationships xmlns="http://schemas.openxmlformats.org/package/2006/relationships"><Relationship Id="rId1" Type="http://schemas.openxmlformats.org/officeDocument/2006/relationships/slide" Target="../slides/slide5.xml"  /><Relationship Id="rId2" Type="http://schemas.openxmlformats.org/officeDocument/2006/relationships/notesMaster" Target="../notesMasters/notesMaster1.xml"  /></Relationships>
</file>

<file path=ppt/notesSlides/_rels/notesSlide6.xml.rels><?xml version="1.0" encoding="UTF-8" standalone="yes" ?><Relationships xmlns="http://schemas.openxmlformats.org/package/2006/relationships"><Relationship Id="rId1" Type="http://schemas.openxmlformats.org/officeDocument/2006/relationships/slide" Target="../slides/slide6.xml"  /><Relationship Id="rId2" Type="http://schemas.openxmlformats.org/officeDocument/2006/relationships/notesMaster" Target="../notesMasters/notesMaster1.xml"  /></Relationships>
</file>

<file path=ppt/notesSlides/_rels/notesSlide7.xml.rels><?xml version="1.0" encoding="UTF-8" standalone="yes" ?><Relationships xmlns="http://schemas.openxmlformats.org/package/2006/relationships"><Relationship Id="rId1" Type="http://schemas.openxmlformats.org/officeDocument/2006/relationships/slide" Target="../slides/slide7.xml"  /><Relationship Id="rId2" Type="http://schemas.openxmlformats.org/officeDocument/2006/relationships/notesMaster" Target="../notesMasters/notesMaster1.xml"  /></Relationships>
</file>

<file path=ppt/notesSlides/_rels/notesSlide8.xml.rels><?xml version="1.0" encoding="UTF-8" standalone="yes" ?><Relationships xmlns="http://schemas.openxmlformats.org/package/2006/relationships"><Relationship Id="rId1" Type="http://schemas.openxmlformats.org/officeDocument/2006/relationships/slide" Target="../slides/slide8.xml"  /><Relationship Id="rId2" Type="http://schemas.openxmlformats.org/officeDocument/2006/relationships/notesMaster" Target="../notesMasters/notesMaster1.xml"  /></Relationships>
</file>

<file path=ppt/notesSlides/_rels/notesSlide9.xml.rels><?xml version="1.0" encoding="UTF-8" standalone="yes" ?><Relationships xmlns="http://schemas.openxmlformats.org/package/2006/relationships"><Relationship Id="rId1" Type="http://schemas.openxmlformats.org/officeDocument/2006/relationships/slide" Target="../slides/slide9.xml"  /><Relationship Id="rId2" Type="http://schemas.openxmlformats.org/officeDocument/2006/relationships/notesMaster" Target="../notesMasters/notesMaster1.xml"  /></Relationships>
</file>

<file path=ppt/notesSlides/_rels/notesSlide10.xml.rels><?xml version="1.0" encoding="UTF-8" standalone="yes" ?><Relationships xmlns="http://schemas.openxmlformats.org/package/2006/relationships"><Relationship Id="rId1" Type="http://schemas.openxmlformats.org/officeDocument/2006/relationships/slide" Target="../slides/slide10.xml"  /><Relationship Id="rId2" Type="http://schemas.openxmlformats.org/officeDocument/2006/relationships/notesMaster" Target="../notesMasters/notesMaster1.xml"  /></Relationships>
</file>

<file path=ppt/notesSlides/_rels/notesSlide1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1.xml"  /><Relationship Id="rId2" Type="http://schemas.openxmlformats.org/officeDocument/2006/relationships/notesMaster" Target="../notesMasters/notesMaster1.xml"  /></Relationships>
</file>

<file path=ppt/notesSlides/_rels/notesSlide12.xml.rels><?xml version="1.0" encoding="UTF-8" standalone="yes" ?><Relationships xmlns="http://schemas.openxmlformats.org/package/2006/relationships"><Relationship Id="rId1" Type="http://schemas.openxmlformats.org/officeDocument/2006/relationships/slide" Target="../slides/slide12.xml"  /><Relationship Id="rId2" Type="http://schemas.openxmlformats.org/officeDocument/2006/relationships/notesMaster" Target="../notesMasters/notesMaster1.xml"  /></Relationships>
</file>

<file path=ppt/notesSlides/_rels/notesSlide13.xml.rels><?xml version="1.0" encoding="UTF-8" standalone="yes" ?><Relationships xmlns="http://schemas.openxmlformats.org/package/2006/relationships"><Relationship Id="rId1" Type="http://schemas.openxmlformats.org/officeDocument/2006/relationships/slide" Target="../slides/slide13.xml"  /><Relationship Id="rId2" Type="http://schemas.openxmlformats.org/officeDocument/2006/relationships/notesMaster" Target="../notesMasters/notesMaster1.xml"  /></Relationships>
</file>

<file path=ppt/notesSlides/_rels/notesSlide14.xml.rels><?xml version="1.0" encoding="UTF-8" standalone="yes" ?><Relationships xmlns="http://schemas.openxmlformats.org/package/2006/relationships"><Relationship Id="rId1" Type="http://schemas.openxmlformats.org/officeDocument/2006/relationships/slide" Target="../slides/slide14.xml"  /><Relationship Id="rId2" Type="http://schemas.openxmlformats.org/officeDocument/2006/relationships/notesMaster" Target="../notesMasters/notesMaster1.xml"  /></Relationships>
</file>

<file path=ppt/notesSlides/notesSlide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3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4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5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6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7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8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9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10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11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12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13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14</a:t>
            </a:fld>
            <a:endParaRPr lang="en-US" altLang="ko-KR"/>
          </a:p>
        </p:txBody>
      </p:sp>
    </p:spTree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914399" y="2130425"/>
            <a:ext cx="10363198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828799" y="3886200"/>
            <a:ext cx="8534399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0A130E-E3B8-4EBE-931F-81B26B8448AA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C6A38-4290-41DD-B95C-4155372FD4A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3836A-82A3-4C8B-9D31-CD724F3673ED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EBAF6-36D0-4DD8-B695-D4C1B37E35D6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3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963083" y="4406900"/>
            <a:ext cx="10363198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963083" y="2906713"/>
            <a:ext cx="10363198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28D28-603B-4EFC-80F8-17E5E9107035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09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97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A1F4E-0809-4239-8034-C38E431DAF92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0DA496-7307-4E8B-88DE-CB97B48BAB6F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bl" preserve="1">
  <p:cSld name="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표 개체 틀 2"/>
          <p:cNvSpPr>
            <a:spLocks noGrp="1"/>
          </p:cNvSpPr>
          <p:nvPr>
            <p:ph type="tbl" sz="quarter" idx="13"/>
          </p:nvPr>
        </p:nvSpPr>
        <p:spPr>
          <a:xfrm>
            <a:off x="608037" y="1643063"/>
            <a:ext cx="10972798" cy="4525200"/>
          </a:xfrm>
        </p:spPr>
        <p:txBody>
          <a:bodyPr/>
          <a:lstStyle>
            <a:lvl1pPr>
              <a:buFontTx/>
              <a:buNone/>
              <a:defRPr/>
            </a:lvl1pPr>
          </a:lstStyle>
          <a:p>
            <a:r>
              <a:rPr lang="ko-KR" altLang="en-US" smtClean="0"/>
              <a:t>표를 추가하려면 아이콘을 클릭하십시오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721E90-850C-410B-8B89-8394F580CFDA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fourObj" preserve="1">
  <p:cSld name="내용 4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quarter" idx="1"/>
          </p:nvPr>
        </p:nvSpPr>
        <p:spPr>
          <a:xfrm>
            <a:off x="609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quarter" idx="2"/>
          </p:nvPr>
        </p:nvSpPr>
        <p:spPr>
          <a:xfrm>
            <a:off x="6197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내용 개체 틀 4"/>
          <p:cNvSpPr>
            <a:spLocks noGrp="1"/>
          </p:cNvSpPr>
          <p:nvPr>
            <p:ph sz="quarter" idx="3"/>
          </p:nvPr>
        </p:nvSpPr>
        <p:spPr>
          <a:xfrm>
            <a:off x="608037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96036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8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picTx" preserve="1">
  <p:cSld name="그림 및 설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2389716" y="4800600"/>
            <a:ext cx="7315199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2389716" y="612775"/>
            <a:ext cx="7315199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2389716" y="5367338"/>
            <a:ext cx="7315199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ko-KR" altLang="en-US" smtClean="0"/>
              <a:t>마스터 텍스트 스타일을 편집합니다</a:t>
            </a:r>
            <a:endParaRPr lang="ko-KR" altLang="en-US"/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Only" preserve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0" y="2130425"/>
            <a:ext cx="12192000" cy="1470025"/>
          </a:xfrm>
        </p:spPr>
        <p:txBody>
          <a:bodyPr>
            <a:normAutofit/>
          </a:bodyPr>
          <a:lstStyle>
            <a:lvl1pPr>
              <a:defRPr sz="44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48888-F454-4AD2-BA62-3AF29D9807C0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clipArtAndTx" preserve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8" name="텍스트 개체 틀 7"/>
          <p:cNvSpPr>
            <a:spLocks noGrp="1"/>
          </p:cNvSpPr>
          <p:nvPr>
            <p:ph type="body" sz="quarter" idx="14"/>
          </p:nvPr>
        </p:nvSpPr>
        <p:spPr>
          <a:xfrm>
            <a:off x="2857477" y="2214563"/>
            <a:ext cx="6477021" cy="3214687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400"/>
            </a:lvl1pPr>
          </a:lstStyle>
          <a:p>
            <a:pPr lvl="0"/>
            <a:r>
              <a:rPr lang="ko-KR" altLang="en-US" smtClean="0"/>
              <a:t>첫째 목차</a:t>
            </a:r>
            <a:endParaRPr lang="ko-KR" altLang="en-US"/>
          </a:p>
          <a:p>
            <a:pPr lvl="0"/>
            <a:r>
              <a:rPr lang="ko-KR" altLang="en-US" smtClean="0"/>
              <a:t>둘째 목차</a:t>
            </a:r>
            <a:endParaRPr lang="ko-KR" altLang="en-US"/>
          </a:p>
          <a:p>
            <a:pPr lvl="0"/>
            <a:r>
              <a:rPr lang="ko-KR" altLang="en-US" smtClean="0"/>
              <a:t>셋째 목차</a:t>
            </a:r>
            <a:endParaRPr lang="ko-KR" altLang="en-US"/>
          </a:p>
          <a:p>
            <a:pPr lvl="0"/>
            <a:r>
              <a:rPr lang="ko-KR" altLang="en-US" smtClean="0"/>
              <a:t>넷째 목차</a:t>
            </a:r>
            <a:endParaRPr lang="ko-KR" altLang="en-US"/>
          </a:p>
          <a:p>
            <a:pPr lvl="0"/>
            <a:r>
              <a:rPr lang="ko-KR" altLang="en-US" smtClean="0"/>
              <a:t>다섯째 목차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6FEC12-A4C9-4837-AF94-AD867782C04C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vertTitleAndTx" preserve="1">
  <p:cSld name="세로 제목 및 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 idx="0"/>
          </p:nvPr>
        </p:nvSpPr>
        <p:spPr>
          <a:xfrm>
            <a:off x="8839199" y="274638"/>
            <a:ext cx="2743199" cy="5851525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9599" y="274638"/>
            <a:ext cx="8026399" cy="5851525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F84A3-4F29-4053-ACFD-1BAF2D3F140C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1" matchingName="2_빈화면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 userDrawn="1"/>
        </p:nvCxnSpPr>
        <p:spPr>
          <a:xfrm>
            <a:off x="335360" y="332656"/>
            <a:ext cx="11521280" cy="0"/>
          </a:xfrm>
          <a:prstGeom prst="line">
            <a:avLst/>
          </a:prstGeom>
          <a:ln w="3175">
            <a:solidFill>
              <a:srgbClr val="6872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직선 연결선 4"/>
          <p:cNvCxnSpPr/>
          <p:nvPr userDrawn="1"/>
        </p:nvCxnSpPr>
        <p:spPr>
          <a:xfrm>
            <a:off x="335360" y="836712"/>
            <a:ext cx="11521280" cy="0"/>
          </a:xfrm>
          <a:prstGeom prst="line">
            <a:avLst/>
          </a:prstGeom>
          <a:ln w="3175">
            <a:solidFill>
              <a:srgbClr val="6872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직선 연결선 5"/>
          <p:cNvCxnSpPr/>
          <p:nvPr userDrawn="1"/>
        </p:nvCxnSpPr>
        <p:spPr>
          <a:xfrm>
            <a:off x="335360" y="6597352"/>
            <a:ext cx="11521280" cy="0"/>
          </a:xfrm>
          <a:prstGeom prst="line">
            <a:avLst/>
          </a:prstGeom>
          <a:ln w="3175">
            <a:solidFill>
              <a:srgbClr val="6872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359491" y="6542032"/>
            <a:ext cx="262596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2FECCACC-60ED-4580-AB4B-3C07270897C0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  <p:sp>
        <p:nvSpPr>
          <p:cNvPr id="7" name="TextBox 6"/>
          <p:cNvSpPr txBox="1"/>
          <p:nvPr userDrawn="1"/>
        </p:nvSpPr>
        <p:spPr>
          <a:xfrm>
            <a:off x="239348" y="92644"/>
            <a:ext cx="3264362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80000"/>
              </a:lnSpc>
              <a:defRPr/>
            </a:pPr>
            <a:r>
              <a:rPr lang="en-US" altLang="ko-KR" sz="1100" b="1">
                <a:solidFill>
                  <a:srgbClr val="663300"/>
                </a:solidFill>
                <a:latin typeface="+mn-ea"/>
              </a:rPr>
              <a:t>Mobile App </a:t>
            </a:r>
            <a:r>
              <a:rPr lang="en-US" altLang="ko-KR" sz="1100" b="1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Storyboard</a:t>
            </a:r>
            <a:endParaRPr lang="en-US" altLang="ko-KR" sz="1100" b="1">
              <a:solidFill>
                <a:schemeClr val="tx1">
                  <a:lumMod val="75000"/>
                  <a:lumOff val="25000"/>
                </a:schemeClr>
              </a:solidFill>
              <a:latin typeface="+mn-ea"/>
            </a:endParaRPr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slideLayout" Target="../slideLayouts/slideLayout12.xml"  /><Relationship Id="rId13" Type="http://schemas.openxmlformats.org/officeDocument/2006/relationships/slideLayout" Target="../slideLayouts/slideLayout13.xml"  /><Relationship Id="rId14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한컴오피스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11430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pPr lvl="0">
              <a:defRPr/>
            </a:pPr>
            <a:r>
              <a:rPr lang="ko-KR" altLang="en-US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9599" y="1600200"/>
            <a:ext cx="10972798" cy="4525963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D422D86A-5F52-4165-8473-F1B836277586}" type="datetime1">
              <a:rPr lang="ko-KR" altLang="en-US"/>
              <a:pPr lvl="0">
                <a:defRPr/>
              </a:pPr>
              <a:t>2021-05-22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5599" y="6356350"/>
            <a:ext cx="3860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7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AD22CD3B-FDDF-4998-970C-76E6E0BEC65F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63" r:id="rId4"/>
    <p:sldLayoutId id="2147483764" r:id="rId5"/>
    <p:sldLayoutId id="2147483765" r:id="rId6"/>
    <p:sldLayoutId id="2147483766" r:id="rId7"/>
    <p:sldLayoutId id="2147483767" r:id="rId8"/>
    <p:sldLayoutId id="2147483768" r:id="rId9"/>
    <p:sldLayoutId id="2147483769" r:id="rId10"/>
    <p:sldLayoutId id="2147483770" r:id="rId11"/>
    <p:sldLayoutId id="2147483771" r:id="rId12"/>
    <p:sldLayoutId id="2147483772" r:id="rId13"/>
  </p:sldLayoutIdLst>
  <p:transition xmlns:mc="http://schemas.openxmlformats.org/markup-compatibility/2006" xmlns:hp="http://schemas.haansoft.com/office/presentation/8.0" mc:Ignorable="hp" hp:hslDur="500"/>
  <p:hf sldNum="0"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rtl="0" eaLnBrk="1" latinLnBrk="1" hangingPunct="1">
        <a:defRPr>
          <a:solidFill>
            <a:schemeClr val="tx2"/>
          </a:solidFill>
        </a:defRPr>
      </a:lvl2pPr>
      <a:lvl3pPr rtl="0" eaLnBrk="1" latinLnBrk="1" hangingPunct="1">
        <a:defRPr>
          <a:solidFill>
            <a:schemeClr val="tx2"/>
          </a:solidFill>
        </a:defRPr>
      </a:lvl3pPr>
      <a:lvl4pPr rtl="0" eaLnBrk="1" latinLnBrk="1" hangingPunct="1">
        <a:defRPr>
          <a:solidFill>
            <a:schemeClr val="tx2"/>
          </a:solidFill>
        </a:defRPr>
      </a:lvl4pPr>
      <a:lvl5pPr rtl="0" eaLnBrk="1" latinLnBrk="1" hangingPunct="1">
        <a:defRPr>
          <a:solidFill>
            <a:schemeClr val="tx2"/>
          </a:solidFill>
        </a:defRPr>
      </a:lvl5pPr>
      <a:lvl6pPr rtl="0" eaLnBrk="1" latinLnBrk="1" hangingPunct="1">
        <a:defRPr>
          <a:solidFill>
            <a:schemeClr val="tx2"/>
          </a:solidFill>
        </a:defRPr>
      </a:lvl6pPr>
      <a:lvl7pPr rtl="0" eaLnBrk="1" latinLnBrk="1" hangingPunct="1">
        <a:defRPr>
          <a:solidFill>
            <a:schemeClr val="tx2"/>
          </a:solidFill>
        </a:defRPr>
      </a:lvl7pPr>
      <a:lvl8pPr rtl="0" eaLnBrk="1" latinLnBrk="1" hangingPunct="1">
        <a:defRPr>
          <a:solidFill>
            <a:schemeClr val="tx2"/>
          </a:solidFill>
        </a:defRPr>
      </a:lvl8pPr>
      <a:lvl9pPr rtl="0"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914400" rtl="0" eaLnBrk="1" latinLnBrk="1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.xml"  /><Relationship Id="rId2" Type="http://schemas.openxmlformats.org/officeDocument/2006/relationships/slideLayout" Target="../slideLayouts/slideLayout13.xml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.xml"  /><Relationship Id="rId2" Type="http://schemas.openxmlformats.org/officeDocument/2006/relationships/slideLayout" Target="../slideLayouts/slideLayout13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.xml"  /><Relationship Id="rId2" Type="http://schemas.openxmlformats.org/officeDocument/2006/relationships/slideLayout" Target="../slideLayouts/slideLayout13.xml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4.xml"  /><Relationship Id="rId2" Type="http://schemas.openxmlformats.org/officeDocument/2006/relationships/slideLayout" Target="../slideLayouts/slideLayout13.xml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5.xml"  /><Relationship Id="rId2" Type="http://schemas.openxmlformats.org/officeDocument/2006/relationships/slideLayout" Target="../slideLayouts/slideLayout13.xml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6.xml"  /><Relationship Id="rId2" Type="http://schemas.openxmlformats.org/officeDocument/2006/relationships/slideLayout" Target="../slideLayouts/slideLayout13.xml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7.xml"  /><Relationship Id="rId2" Type="http://schemas.openxmlformats.org/officeDocument/2006/relationships/slideLayout" Target="../slideLayouts/slideLayout13.xml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8.xml"  /><Relationship Id="rId2" Type="http://schemas.openxmlformats.org/officeDocument/2006/relationships/slideLayout" Target="../slideLayouts/slideLayout13.xml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9.xml"  /><Relationship Id="rId2" Type="http://schemas.openxmlformats.org/officeDocument/2006/relationships/slideLayout" Target="../slideLayouts/slideLayout13.xml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0.xml"  /><Relationship Id="rId2" Type="http://schemas.openxmlformats.org/officeDocument/2006/relationships/slideLayout" Target="../slideLayouts/slideLayout13.xml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1.xml"  /><Relationship Id="rId2" Type="http://schemas.openxmlformats.org/officeDocument/2006/relationships/slideLayout" Target="../slideLayouts/slideLayout13.xml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2.xml"  /><Relationship Id="rId2" Type="http://schemas.openxmlformats.org/officeDocument/2006/relationships/slideLayout" Target="../slideLayouts/slideLayout13.xml"  /></Relationships>
</file>

<file path=ppt/slides/_rels/slide1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3.xml"  /><Relationship Id="rId2" Type="http://schemas.openxmlformats.org/officeDocument/2006/relationships/slideLayout" Target="../slideLayouts/slideLayout13.xml"  /></Relationships>
</file>

<file path=ppt/slides/_rels/slide1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4.xml"  /><Relationship Id="rId2" Type="http://schemas.openxmlformats.org/officeDocument/2006/relationships/slideLayout" Target="../slideLayouts/slideLayout13.xml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01.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로그인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8112224" y="908720"/>
          <a:ext cx="2307911" cy="56043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31"/>
                <a:gridCol w="2087880"/>
              </a:tblGrid>
              <a:tr h="370840">
                <a:tc gridSpan="2">
                  <a:txBody>
                    <a:bodyPr vert="horz" lIns="91440" tIns="45720" rIns="91440" bIns="45720" anchor="ctr" anchorCtr="0"/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Description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617220">
                <a:tc gridSpan="2">
                  <a:txBody>
                    <a:bodyPr vert="horz" lIns="91440" tIns="45720" rIns="91440" bIns="45720" anchor="ctr" anchorCtr="0"/>
                    <a:p>
                      <a:pPr marL="171450" marR="0" lvl="0" indent="-17145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Char char="§"/>
                        <a:defRPr sz="1800" b="0" i="0"/>
                      </a:pPr>
                      <a:r>
                        <a:rPr lang="ko-KR" altLang="en-US" sz="800" b="0"/>
                        <a:t>로그인 화면</a:t>
                      </a:r>
                      <a:endParaRPr lang="ko-KR" altLang="en-US" sz="800" b="0"/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다른 기기에서 중복 로그인 불가능</a:t>
                      </a:r>
                      <a:endParaRPr lang="ko-KR" altLang="en-US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새 기기에서 로그인 시 마지막으로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로그인된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endParaRPr lang="en-US" altLang="ko-KR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기기에서 자동 로그아웃 처리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370840">
                <a:tc gridSpan="2">
                  <a:txBody>
                    <a:bodyPr vert="horz" lIns="91440" tIns="45720" rIns="91440" bIns="45720" anchor="ctr" anchorCtr="0"/>
                    <a:p>
                      <a:pPr lvl="0" algn="ctr">
                        <a:spcBef>
                          <a:spcPts val="100"/>
                        </a:spcBef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Function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354176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1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일반회원 계정 입력 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Tap</a:t>
                      </a:r>
                      <a:endParaRPr lang="en-US" altLang="ko-KR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선택 시 일반회원 로그인 영역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2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간편로그인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선택시 해당 간편로그인 이동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3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아이디 입력 영역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선택 시 키패드 노출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4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비밀번호 입력 영역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선택 시 키패드 노출</a:t>
                      </a:r>
                      <a:endParaRPr lang="ko-KR" altLang="en-US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입력 내용 </a:t>
                      </a: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*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표기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67056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5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자동 로그인 </a:t>
                      </a:r>
                      <a:r>
                        <a:rPr lang="en-US" altLang="ko-KR" sz="800" b="1" baseline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1" baseline="0">
                          <a:solidFill>
                            <a:schemeClr val="tx1"/>
                          </a:solidFill>
                        </a:rPr>
                        <a:t>체크박스</a:t>
                      </a:r>
                      <a:endParaRPr lang="ko-KR" altLang="en-US" sz="800" b="1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1) Default :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활성화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체크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상태</a:t>
                      </a:r>
                      <a:endParaRPr lang="ko-KR" altLang="en-US" sz="800" baseline="0"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   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영역 선택 시 비활성화 상태로 변경</a:t>
                      </a:r>
                      <a:endParaRPr lang="ko-KR" altLang="en-US" sz="800" baseline="0"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2)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활성화 상태로 로그인 할 경우 이후</a:t>
                      </a:r>
                      <a:endParaRPr lang="ko-KR" altLang="en-US" sz="800" baseline="0"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   앱 실행 시 자동으로 로그인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진행</a:t>
                      </a:r>
                      <a:endParaRPr lang="en-US" altLang="ko-KR" sz="800" baseline="0">
                        <a:latin typeface="+mn-ea"/>
                        <a:ea typeface="+mn-ea"/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7010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6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/>
                        <a:t>로그인 버튼</a:t>
                      </a:r>
                      <a:endParaRPr lang="ko-KR" altLang="en-US" sz="800" b="1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 시 메인 화면 이동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계정 입력 오류 시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 토스트 메시지 노출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이메일 형식이 맞지 않을 경우 토스트  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 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메세지 노출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7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1" kern="0">
                          <a:latin typeface="+mn-ea"/>
                        </a:rPr>
                        <a:t>ID/PW </a:t>
                      </a:r>
                      <a:r>
                        <a:rPr lang="ko-KR" altLang="en-US" sz="800" b="1" kern="0">
                          <a:latin typeface="+mn-ea"/>
                        </a:rPr>
                        <a:t>찾기</a:t>
                      </a:r>
                      <a:r>
                        <a:rPr lang="en-US" altLang="ko-KR" sz="800" b="1" kern="1200" baseline="0">
                          <a:latin typeface="+mn-lt"/>
                        </a:rPr>
                        <a:t> </a:t>
                      </a:r>
                      <a:r>
                        <a:rPr lang="ko-KR" altLang="en-US" sz="800" b="1" kern="1200" baseline="0">
                          <a:latin typeface="+mn-lt"/>
                        </a:rPr>
                        <a:t>버튼</a:t>
                      </a:r>
                      <a:endParaRPr lang="ko-KR" altLang="en-US" sz="800" b="1" kern="1200" baseline="0">
                        <a:latin typeface="+mn-lt"/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0" kern="1200" baseline="0">
                          <a:latin typeface="+mn-lt"/>
                        </a:rPr>
                        <a:t>- </a:t>
                      </a:r>
                      <a:r>
                        <a:rPr lang="ko-KR" altLang="en-US" sz="800" b="0" kern="1200" baseline="0">
                          <a:latin typeface="+mn-lt"/>
                        </a:rPr>
                        <a:t>선택 시 </a:t>
                      </a:r>
                      <a:r>
                        <a:rPr lang="en-US" altLang="ko-KR" sz="800" kern="0">
                          <a:latin typeface="+mn-ea"/>
                        </a:rPr>
                        <a:t>ID/PW </a:t>
                      </a:r>
                      <a:r>
                        <a:rPr lang="ko-KR" altLang="en-US" sz="800" kern="0">
                          <a:latin typeface="+mn-ea"/>
                        </a:rPr>
                        <a:t>찾기</a:t>
                      </a:r>
                      <a:r>
                        <a:rPr lang="ko-KR" altLang="en-US" sz="800" b="0" kern="0" baseline="0">
                          <a:latin typeface="+mn-ea"/>
                        </a:rPr>
                        <a:t> 화면으로 이동</a:t>
                      </a:r>
                      <a:endParaRPr lang="ko-KR" altLang="en-US" sz="800" kern="0">
                        <a:latin typeface="+mn-ea"/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8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/>
                        <a:t>회원가입 버튼</a:t>
                      </a:r>
                      <a:endParaRPr lang="ko-KR" altLang="en-US" sz="800" b="1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/>
                        <a:t>- </a:t>
                      </a:r>
                      <a:r>
                        <a:rPr lang="ko-KR" altLang="en-US" sz="800" b="0"/>
                        <a:t>회원가입 선택 화면으로 이동</a:t>
                      </a:r>
                      <a:endParaRPr lang="en-US" altLang="ko-KR" sz="800" b="1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57912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9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비회원 입장 버튼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 시 내주변 화면으로 이동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이동되는 내주변 화면에서 하단 메뉴 </a:t>
                      </a:r>
                      <a:endParaRPr lang="ko-KR" altLang="en-US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  선택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시 로그인 화면으로 이동</a:t>
                      </a:r>
                      <a:endParaRPr lang="en-US" altLang="ko-KR" sz="800" b="0" baseline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사각형: 둥근 위쪽 모서리 4"/>
          <p:cNvSpPr/>
          <p:nvPr/>
        </p:nvSpPr>
        <p:spPr>
          <a:xfrm>
            <a:off x="2091386" y="2182198"/>
            <a:ext cx="2480474" cy="311225"/>
          </a:xfrm>
          <a:prstGeom prst="round2SameRect">
            <a:avLst>
              <a:gd name="adj1" fmla="val 16667"/>
              <a:gd name="adj2" fmla="val 0"/>
            </a:avLst>
          </a:prstGeom>
          <a:solidFill>
            <a:schemeClr val="bg1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7" name="직사각형 6"/>
          <p:cNvSpPr/>
          <p:nvPr/>
        </p:nvSpPr>
        <p:spPr>
          <a:xfrm>
            <a:off x="2091386" y="2493423"/>
            <a:ext cx="2480474" cy="1286164"/>
          </a:xfrm>
          <a:prstGeom prst="rect">
            <a:avLst/>
          </a:prstGeom>
          <a:solidFill>
            <a:schemeClr val="bg1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square" lIns="91440" tIns="45720" rIns="91440" bIns="45720" anchor="ctr" anchorCtr="0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3" name="Shape 184"/>
          <p:cNvSpPr/>
          <p:nvPr/>
        </p:nvSpPr>
        <p:spPr>
          <a:xfrm>
            <a:off x="2830643" y="2273387"/>
            <a:ext cx="936104" cy="174791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defTabSz="906145" latinLnBrk="0" hangingPunct="0">
              <a:lnSpc>
                <a:spcPct val="120000"/>
              </a:lnSpc>
              <a:defRPr/>
            </a:pPr>
            <a:r>
              <a:rPr lang="ko-KR" altLang="en-US" sz="1050" kern="0">
                <a:solidFill>
                  <a:schemeClr val="tx1"/>
                </a:solidFill>
              </a:rPr>
              <a:t>일반회원</a:t>
            </a:r>
            <a:endParaRPr lang="en-US" sz="1050" kern="0">
              <a:solidFill>
                <a:schemeClr val="tx1"/>
              </a:solidFill>
            </a:endParaRPr>
          </a:p>
        </p:txBody>
      </p:sp>
      <p:sp>
        <p:nvSpPr>
          <p:cNvPr id="39" name="Shape 150"/>
          <p:cNvSpPr/>
          <p:nvPr/>
        </p:nvSpPr>
        <p:spPr>
          <a:xfrm>
            <a:off x="2255293" y="2709257"/>
            <a:ext cx="2086805" cy="265116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아이디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(</a:t>
            </a: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이메일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)</a:t>
            </a: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를 입력해주세요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.</a:t>
            </a: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40" name="Shape 150"/>
          <p:cNvSpPr/>
          <p:nvPr/>
        </p:nvSpPr>
        <p:spPr>
          <a:xfrm>
            <a:off x="2255293" y="3091876"/>
            <a:ext cx="2086805" cy="265116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패스워드를 입력해주세요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.</a:t>
            </a: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42" name="Shape 150"/>
          <p:cNvSpPr/>
          <p:nvPr/>
        </p:nvSpPr>
        <p:spPr>
          <a:xfrm>
            <a:off x="2195548" y="3496959"/>
            <a:ext cx="173966" cy="179367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kern="0"/>
          </a:p>
        </p:txBody>
      </p:sp>
      <p:sp>
        <p:nvSpPr>
          <p:cNvPr id="43" name="Shape 186"/>
          <p:cNvSpPr/>
          <p:nvPr/>
        </p:nvSpPr>
        <p:spPr>
          <a:xfrm>
            <a:off x="2408119" y="3531533"/>
            <a:ext cx="827136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/>
            </a:pP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</a:rPr>
              <a:t>자동 로그인</a:t>
            </a:r>
            <a:endParaRPr sz="900" kern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4" name="Check Mark"/>
          <p:cNvSpPr/>
          <p:nvPr/>
        </p:nvSpPr>
        <p:spPr>
          <a:xfrm>
            <a:off x="2238244" y="3464094"/>
            <a:ext cx="140523" cy="167916"/>
          </a:xfrm>
          <a:custGeom>
            <a:avLst/>
            <a:gdLst>
              <a:gd name="connsiteX0" fmla="*/ 0 w 488950"/>
              <a:gd name="connsiteY0" fmla="*/ 263776 h 455613"/>
              <a:gd name="connsiteX1" fmla="*/ 87577 w 488950"/>
              <a:gd name="connsiteY1" fmla="*/ 326031 h 455613"/>
              <a:gd name="connsiteX2" fmla="*/ 174922 w 488950"/>
              <a:gd name="connsiteY2" fmla="*/ 455613 h 455613"/>
              <a:gd name="connsiteX3" fmla="*/ 360242 w 488950"/>
              <a:gd name="connsiteY3" fmla="*/ 105372 h 455613"/>
              <a:gd name="connsiteX4" fmla="*/ 466998 w 488950"/>
              <a:gd name="connsiteY4" fmla="*/ 15910 h 455613"/>
              <a:gd name="connsiteX5" fmla="*/ 488950 w 488950"/>
              <a:gd name="connsiteY5" fmla="*/ 0 h 455613"/>
            </a:gdLst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88950" h="455613">
                <a:moveTo>
                  <a:pt x="0" y="263776"/>
                </a:moveTo>
                <a:cubicBezTo>
                  <a:pt x="38589" y="286833"/>
                  <a:pt x="63083" y="292828"/>
                  <a:pt x="87577" y="326031"/>
                </a:cubicBezTo>
                <a:cubicBezTo>
                  <a:pt x="121544" y="372145"/>
                  <a:pt x="156667" y="413879"/>
                  <a:pt x="174922" y="455613"/>
                </a:cubicBezTo>
                <a:cubicBezTo>
                  <a:pt x="200571" y="340557"/>
                  <a:pt x="215360" y="244869"/>
                  <a:pt x="360242" y="105372"/>
                </a:cubicBezTo>
                <a:cubicBezTo>
                  <a:pt x="382657" y="83929"/>
                  <a:pt x="441580" y="44040"/>
                  <a:pt x="466998" y="15910"/>
                </a:cubicBezTo>
                <a:cubicBezTo>
                  <a:pt x="475317" y="6687"/>
                  <a:pt x="474855" y="461"/>
                  <a:pt x="488950" y="0"/>
                </a:cubicBezTo>
              </a:path>
            </a:pathLst>
          </a:custGeom>
          <a:noFill/>
          <a:ln w="38100" cap="flat" cmpd="sng" algn="ctr">
            <a:solidFill>
              <a:srgbClr val="c00000"/>
            </a:solidFill>
            <a:prstDash val="solid"/>
            <a:round/>
            <a:headEnd w="med" len="med"/>
            <a:tailEnd w="med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t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endParaRPr lang="en-US" sz="900">
              <a:solidFill>
                <a:srgbClr val="262626"/>
              </a:solidFill>
              <a:latin typeface="Calibri"/>
              <a:cs typeface="Calibri"/>
            </a:endParaRPr>
          </a:p>
        </p:txBody>
      </p:sp>
      <p:sp>
        <p:nvSpPr>
          <p:cNvPr id="47" name="Shape 150"/>
          <p:cNvSpPr/>
          <p:nvPr/>
        </p:nvSpPr>
        <p:spPr>
          <a:xfrm>
            <a:off x="2193139" y="3870972"/>
            <a:ext cx="2265784" cy="265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r>
              <a:rPr lang="ko-KR" altLang="en-US" sz="900" kern="0">
                <a:latin typeface="+mn-ea"/>
              </a:rPr>
              <a:t>로그인</a:t>
            </a:r>
            <a:endParaRPr lang="ko-KR" altLang="en-US" sz="900" kern="0">
              <a:latin typeface="+mn-ea"/>
            </a:endParaRPr>
          </a:p>
        </p:txBody>
      </p:sp>
      <p:sp>
        <p:nvSpPr>
          <p:cNvPr id="48" name="Shape 150"/>
          <p:cNvSpPr/>
          <p:nvPr/>
        </p:nvSpPr>
        <p:spPr>
          <a:xfrm>
            <a:off x="2193140" y="4327077"/>
            <a:ext cx="1058568" cy="265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r>
              <a:rPr lang="en-US" altLang="ko-KR" sz="900" kern="0">
                <a:latin typeface="+mn-ea"/>
              </a:rPr>
              <a:t>ID/PW </a:t>
            </a:r>
            <a:r>
              <a:rPr lang="ko-KR" altLang="en-US" sz="900" kern="0">
                <a:latin typeface="+mn-ea"/>
              </a:rPr>
              <a:t>찾기</a:t>
            </a:r>
            <a:endParaRPr lang="ko-KR" altLang="en-US" sz="900" kern="0">
              <a:latin typeface="+mn-ea"/>
            </a:endParaRPr>
          </a:p>
        </p:txBody>
      </p:sp>
      <p:sp>
        <p:nvSpPr>
          <p:cNvPr id="49" name="Shape 150"/>
          <p:cNvSpPr/>
          <p:nvPr/>
        </p:nvSpPr>
        <p:spPr>
          <a:xfrm>
            <a:off x="3381248" y="4327077"/>
            <a:ext cx="1058568" cy="265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r>
              <a:rPr lang="ko-KR" altLang="en-US" kern="0"/>
              <a:t>회원가입</a:t>
            </a:r>
            <a:endParaRPr lang="ko-KR" altLang="en-US" kern="0"/>
          </a:p>
        </p:txBody>
      </p:sp>
      <p:sp>
        <p:nvSpPr>
          <p:cNvPr id="84" name="타원 83"/>
          <p:cNvSpPr/>
          <p:nvPr/>
        </p:nvSpPr>
        <p:spPr>
          <a:xfrm>
            <a:off x="2045527" y="2155521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1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85" name="타원 84"/>
          <p:cNvSpPr/>
          <p:nvPr/>
        </p:nvSpPr>
        <p:spPr>
          <a:xfrm>
            <a:off x="2166806" y="2655600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3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86" name="타원 85"/>
          <p:cNvSpPr/>
          <p:nvPr/>
        </p:nvSpPr>
        <p:spPr>
          <a:xfrm>
            <a:off x="2064692" y="3502148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5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6" name="타원 35"/>
          <p:cNvSpPr/>
          <p:nvPr/>
        </p:nvSpPr>
        <p:spPr>
          <a:xfrm>
            <a:off x="4460049" y="3824831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53" name="타원 52"/>
          <p:cNvSpPr/>
          <p:nvPr/>
        </p:nvSpPr>
        <p:spPr>
          <a:xfrm>
            <a:off x="3132590" y="4278724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7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50" name="타원 49"/>
          <p:cNvSpPr/>
          <p:nvPr/>
        </p:nvSpPr>
        <p:spPr>
          <a:xfrm>
            <a:off x="4453754" y="4278724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8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7" name="타원 36"/>
          <p:cNvSpPr/>
          <p:nvPr/>
        </p:nvSpPr>
        <p:spPr>
          <a:xfrm>
            <a:off x="2166806" y="3056993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1" name="직선 연결선 70"/>
          <p:cNvCxnSpPr/>
          <p:nvPr/>
        </p:nvCxnSpPr>
        <p:spPr>
          <a:xfrm>
            <a:off x="1892449" y="2052077"/>
            <a:ext cx="2970562" cy="8771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71"/>
          <p:cNvCxnSpPr/>
          <p:nvPr/>
        </p:nvCxnSpPr>
        <p:spPr>
          <a:xfrm>
            <a:off x="1881886" y="3789040"/>
            <a:ext cx="2981125" cy="0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Shape 184"/>
          <p:cNvSpPr/>
          <p:nvPr/>
        </p:nvSpPr>
        <p:spPr>
          <a:xfrm>
            <a:off x="3204028" y="3514725"/>
            <a:ext cx="1235788" cy="190500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50" b="1" i="0" u="none" strike="noStrike" kern="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간편로그인</a:t>
            </a:r>
            <a:r>
              <a:rPr xmlns:mc="http://schemas.openxmlformats.org/markup-compatibility/2006" xmlns:hp="http://schemas.haansoft.com/office/presentation/8.0" kumimoji="0" lang="en-US" altLang="ko-KR" sz="1050" b="1" i="0" u="none" strike="noStrike" kern="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3</a:t>
            </a:r>
            <a:r>
              <a:rPr xmlns:mc="http://schemas.openxmlformats.org/markup-compatibility/2006" xmlns:hp="http://schemas.haansoft.com/office/presentation/8.0" kumimoji="0" lang="ko-KR" altLang="en-US" sz="1050" b="1" i="0" u="none" strike="noStrike" kern="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개</a:t>
            </a:r>
            <a:endParaRPr xmlns:mc="http://schemas.openxmlformats.org/markup-compatibility/2006" xmlns:hp="http://schemas.haansoft.com/office/presentation/8.0" kumimoji="0" lang="ko-KR" altLang="en-US" sz="105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89" name="타원 35"/>
          <p:cNvSpPr/>
          <p:nvPr/>
        </p:nvSpPr>
        <p:spPr>
          <a:xfrm>
            <a:off x="3251708" y="354805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직사각형 42"/>
          <p:cNvSpPr/>
          <p:nvPr/>
        </p:nvSpPr>
        <p:spPr>
          <a:xfrm>
            <a:off x="5527738" y="5270063"/>
            <a:ext cx="2080430" cy="31917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02.</a:t>
            </a:r>
            <a:r>
              <a:rPr lang="en-US" altLang="ko-KR" sz="2000" kern="0">
                <a:latin typeface="+mn-ea"/>
              </a:rPr>
              <a:t> </a:t>
            </a:r>
            <a:r>
              <a:rPr lang="en-US" altLang="ko-KR" sz="2000" kern="0">
                <a:solidFill>
                  <a:srgbClr val="663300"/>
                </a:solidFill>
                <a:latin typeface="+mn-ea"/>
              </a:rPr>
              <a:t>ID/PW </a:t>
            </a:r>
            <a:r>
              <a:rPr lang="ko-KR" altLang="en-US" sz="2000" kern="0">
                <a:solidFill>
                  <a:srgbClr val="663300"/>
                </a:solidFill>
                <a:latin typeface="+mn-ea"/>
              </a:rPr>
              <a:t>찾기</a:t>
            </a:r>
            <a:r>
              <a:rPr lang="en-US" altLang="ko-KR" sz="2000" kern="0">
                <a:solidFill>
                  <a:srgbClr val="663300"/>
                </a:solidFill>
                <a:latin typeface="+mn-ea"/>
              </a:rPr>
              <a:t>_</a:t>
            </a:r>
            <a:r>
              <a:rPr lang="ko-KR" altLang="en-US" sz="2000" kern="0">
                <a:solidFill>
                  <a:srgbClr val="663300"/>
                </a:solidFill>
                <a:latin typeface="+mn-ea"/>
              </a:rPr>
              <a:t>일반</a:t>
            </a:r>
            <a:endParaRPr lang="ko-KR" altLang="en-US" sz="2000" kern="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3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 </a:t>
            </a:r>
            <a:r>
              <a:rPr lang="en-US" altLang="ko-KR" sz="1100">
                <a:latin typeface="+mn-ea"/>
              </a:rPr>
              <a:t>&gt; </a:t>
            </a:r>
            <a:r>
              <a:rPr lang="en-US" altLang="ko-KR" sz="1100" kern="0">
                <a:latin typeface="+mn-ea"/>
              </a:rPr>
              <a:t>ID/PW</a:t>
            </a:r>
            <a:r>
              <a:rPr lang="ko-KR" altLang="en-US" sz="1100">
                <a:latin typeface="+mn-ea"/>
              </a:rPr>
              <a:t> 찾기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161010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8112224" y="887120"/>
          <a:ext cx="2310322" cy="4439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31"/>
                <a:gridCol w="2090291"/>
              </a:tblGrid>
              <a:tr h="370840">
                <a:tc gridSpan="2">
                  <a:txBody>
                    <a:bodyPr vert="horz" lIns="91440" tIns="45720" rIns="91440" bIns="45720" anchor="ctr" anchorCtr="0"/>
                    <a:p>
                      <a:pPr lvl="0" algn="ctr">
                        <a:spcBef>
                          <a:spcPts val="100"/>
                        </a:spcBef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Function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1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/>
                        <a:t>뒤로 버튼</a:t>
                      </a:r>
                      <a:endParaRPr lang="ko-KR" altLang="en-US" sz="800" b="1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/>
                        <a:t>- </a:t>
                      </a:r>
                      <a:r>
                        <a:rPr lang="ko-KR" altLang="en-US" sz="800" b="0"/>
                        <a:t>이전 화면으로 이동</a:t>
                      </a:r>
                      <a:endParaRPr lang="ko-KR" altLang="en-US" sz="800" b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2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 baseline="0"/>
                        <a:t>이름 입력 영역</a:t>
                      </a:r>
                      <a:endParaRPr lang="ko-KR" altLang="en-US" sz="800" b="1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선택 시 키패드 노출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3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 baseline="0"/>
                        <a:t>휴대폰 번호 입력 영역</a:t>
                      </a:r>
                      <a:endParaRPr lang="ko-KR" altLang="en-US" sz="800" b="1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선택 시 숫자 키패드 노출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‘-’ </a:t>
                      </a:r>
                      <a:r>
                        <a:rPr lang="ko-KR" altLang="en-US" sz="800" b="0" baseline="0"/>
                        <a:t>제외한 숫자 입력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118872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4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확인 버튼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_ID(</a:t>
                      </a: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이메일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찾기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이름과 휴대폰 번호 정상입력 후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 </a:t>
                      </a:r>
                      <a:r>
                        <a:rPr lang="ko-KR" altLang="en-US" sz="800" b="0"/>
                        <a:t>시</a:t>
                      </a:r>
                      <a:r>
                        <a:rPr lang="en-US" altLang="ko-KR" sz="800" b="0" baseline="0"/>
                        <a:t> </a:t>
                      </a:r>
                      <a:r>
                        <a:rPr lang="ko-KR" altLang="en-US" sz="800" b="0"/>
                        <a:t>이메일 알림 팝업 노출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:</a:t>
                      </a:r>
                      <a:r>
                        <a:rPr lang="en-US" altLang="ko-KR" sz="800" b="0" baseline="0"/>
                        <a:t> </a:t>
                      </a:r>
                      <a:r>
                        <a:rPr lang="ko-KR" altLang="en-US" sz="800" b="0" baseline="0"/>
                        <a:t>이메일 알림 팝업에서 </a:t>
                      </a:r>
                      <a:r>
                        <a:rPr lang="ko-KR" altLang="en-US" sz="800" b="0"/>
                        <a:t>확인 버튼 선택 시  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  </a:t>
                      </a:r>
                      <a:r>
                        <a:rPr lang="ko-KR" altLang="en-US" sz="800" b="0"/>
                        <a:t>로그인 화면으로 이동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미입력 항목이 있을 경우 토스트 메시지  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노출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이메일 형식이 맞지 않을 경우 토스트  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 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메세지 노출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5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1" baseline="0"/>
                        <a:t>ID(</a:t>
                      </a:r>
                      <a:r>
                        <a:rPr lang="ko-KR" altLang="en-US" sz="800" b="1" baseline="0"/>
                        <a:t>이메일</a:t>
                      </a:r>
                      <a:r>
                        <a:rPr lang="en-US" altLang="ko-KR" sz="800" b="1" baseline="0"/>
                        <a:t>)</a:t>
                      </a:r>
                      <a:r>
                        <a:rPr lang="ko-KR" altLang="en-US" sz="800" b="1" baseline="0"/>
                        <a:t>입력 영역</a:t>
                      </a:r>
                      <a:endParaRPr lang="ko-KR" altLang="en-US" sz="800" b="1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선택 시 키패드 노출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13106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6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확인 버튼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_PW</a:t>
                      </a: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 찾기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이메일 정상입력 후 선택 </a:t>
                      </a:r>
                      <a:r>
                        <a:rPr lang="ko-KR" altLang="en-US" sz="800" b="0"/>
                        <a:t>시 이메일로 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ko-KR" altLang="en-US" sz="800" b="0"/>
                        <a:t>  임시 비밀번호 발송되며</a:t>
                      </a:r>
                      <a:r>
                        <a:rPr lang="en-US" altLang="ko-KR" sz="800" b="0"/>
                        <a:t>, </a:t>
                      </a:r>
                      <a:r>
                        <a:rPr lang="ko-KR" altLang="en-US" sz="800" b="0"/>
                        <a:t>임시 비밀번호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발송 안내</a:t>
                      </a:r>
                      <a:r>
                        <a:rPr lang="ko-KR" altLang="en-US" sz="800" b="0"/>
                        <a:t> 팝업 노출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: </a:t>
                      </a:r>
                      <a:r>
                        <a:rPr lang="ko-KR" altLang="en-US" sz="800" b="0"/>
                        <a:t>임시 비밀번호 발송 안내 팝업에서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  </a:t>
                      </a:r>
                      <a:r>
                        <a:rPr lang="ko-KR" altLang="en-US" sz="800" b="0"/>
                        <a:t>확인 버튼 선택 시 로그인 화면 이동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미입력 항목이 있을 경우 토스트 메시지  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노출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이메일 형식이 맞지 않을 경우 토스트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메시지 노출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39" name="Shape 234"/>
          <p:cNvSpPr/>
          <p:nvPr/>
        </p:nvSpPr>
        <p:spPr>
          <a:xfrm>
            <a:off x="2229687" y="1247737"/>
            <a:ext cx="2290397" cy="183127"/>
          </a:xfrm>
          <a:prstGeom prst="rect">
            <a:avLst/>
          </a:prstGeom>
          <a:ln w="12700">
            <a:miter/>
          </a:ln>
        </p:spPr>
        <p:txBody>
          <a:bodyPr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defTabSz="906145" latinLnBrk="0" hangingPunct="0">
              <a:lnSpc>
                <a:spcPct val="120000"/>
              </a:lnSpc>
              <a:defRPr sz="1000"/>
            </a:pPr>
            <a:r>
              <a:rPr lang="en-US" altLang="ko-KR" sz="1100" kern="0">
                <a:latin typeface="+mn-ea"/>
              </a:rPr>
              <a:t>ID/PW </a:t>
            </a:r>
            <a:r>
              <a:rPr lang="ko-KR" altLang="en-US" sz="1100" kern="0">
                <a:latin typeface="+mn-ea"/>
              </a:rPr>
              <a:t>찾기</a:t>
            </a:r>
            <a:endParaRPr lang="ko-KR" altLang="en-US" sz="1100" kern="0">
              <a:latin typeface="+mn-ea"/>
            </a:endParaRPr>
          </a:p>
        </p:txBody>
      </p:sp>
      <p:sp>
        <p:nvSpPr>
          <p:cNvPr id="76" name="직사각형 75"/>
          <p:cNvSpPr/>
          <p:nvPr/>
        </p:nvSpPr>
        <p:spPr>
          <a:xfrm>
            <a:off x="1892449" y="1095127"/>
            <a:ext cx="32667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atinLnBrk="0" hangingPunct="0">
              <a:lnSpc>
                <a:spcPct val="120000"/>
              </a:lnSpc>
              <a:defRPr/>
            </a:pPr>
            <a:r>
              <a:rPr lang="en-US" altLang="ko-KR" sz="2000" b="1" kern="0">
                <a:latin typeface="Arial"/>
                <a:ea typeface="맑은 고딕"/>
                <a:cs typeface="Arial"/>
              </a:rPr>
              <a:t>&lt;</a:t>
            </a:r>
            <a:endParaRPr lang="ko-KR" altLang="en-US" sz="2000" b="1" kern="0">
              <a:latin typeface="Arial"/>
              <a:ea typeface="맑은 고딕"/>
              <a:cs typeface="Arial"/>
            </a:endParaRPr>
          </a:p>
        </p:txBody>
      </p:sp>
      <p:sp>
        <p:nvSpPr>
          <p:cNvPr id="25" name="타원 24"/>
          <p:cNvSpPr/>
          <p:nvPr/>
        </p:nvSpPr>
        <p:spPr>
          <a:xfrm>
            <a:off x="2147687" y="1138776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1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1" name="Shape 193"/>
          <p:cNvSpPr/>
          <p:nvPr/>
        </p:nvSpPr>
        <p:spPr>
          <a:xfrm>
            <a:off x="5375920" y="1776873"/>
            <a:ext cx="2318240" cy="288032"/>
          </a:xfrm>
          <a:prstGeom prst="roundRect">
            <a:avLst>
              <a:gd name="adj" fmla="val 0"/>
            </a:avLst>
          </a:prstGeom>
          <a:solidFill>
            <a:srgbClr val="262626"/>
          </a:solidFill>
          <a:ln w="12700" cap="flat">
            <a:noFill/>
            <a:miter/>
          </a:ln>
          <a:effectLst/>
        </p:spPr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800" b="1">
                <a:solidFill>
                  <a:srgbClr val="ffffff"/>
                </a:solidFill>
                <a:latin typeface="Wingdings"/>
                <a:ea typeface="Wingdings"/>
                <a:cs typeface="Wingdings"/>
                <a:sym typeface="Wingdings"/>
              </a:defRPr>
            </a:pPr>
            <a:r>
              <a:rPr lang="en-US" altLang="ko-KR" kern="0"/>
              <a:t>XX</a:t>
            </a:r>
            <a:r>
              <a:rPr lang="ko-KR" altLang="en-US" kern="0"/>
              <a:t>를 입력해주세요</a:t>
            </a:r>
            <a:r>
              <a:rPr lang="en-US" altLang="ko-KR" kern="0"/>
              <a:t>.</a:t>
            </a:r>
            <a:endParaRPr lang="ko-KR" altLang="en-US" kern="0"/>
          </a:p>
        </p:txBody>
      </p:sp>
      <p:sp>
        <p:nvSpPr>
          <p:cNvPr id="32" name="타원 31"/>
          <p:cNvSpPr/>
          <p:nvPr/>
        </p:nvSpPr>
        <p:spPr>
          <a:xfrm>
            <a:off x="5311714" y="1776873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3" name="Shape 193"/>
          <p:cNvSpPr/>
          <p:nvPr/>
        </p:nvSpPr>
        <p:spPr>
          <a:xfrm>
            <a:off x="5375920" y="2136913"/>
            <a:ext cx="2318240" cy="288032"/>
          </a:xfrm>
          <a:prstGeom prst="roundRect">
            <a:avLst>
              <a:gd name="adj" fmla="val 0"/>
            </a:avLst>
          </a:prstGeom>
          <a:solidFill>
            <a:srgbClr val="262626"/>
          </a:solidFill>
          <a:ln w="12700" cap="flat">
            <a:noFill/>
            <a:miter/>
          </a:ln>
          <a:effectLst/>
        </p:spPr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800" b="1">
                <a:solidFill>
                  <a:srgbClr val="ffffff"/>
                </a:solidFill>
                <a:latin typeface="Wingdings"/>
                <a:ea typeface="Wingdings"/>
                <a:cs typeface="Wingdings"/>
                <a:sym typeface="Wingdings"/>
              </a:defRPr>
            </a:pPr>
            <a:r>
              <a:rPr lang="ko-KR" altLang="en-US" kern="0"/>
              <a:t>올바른 이메일 형식이 아닙니다</a:t>
            </a:r>
            <a:r>
              <a:rPr lang="en-US" altLang="ko-KR" kern="0"/>
              <a:t>.</a:t>
            </a:r>
            <a:endParaRPr lang="ko-KR" altLang="en-US" kern="0"/>
          </a:p>
        </p:txBody>
      </p:sp>
      <p:sp>
        <p:nvSpPr>
          <p:cNvPr id="34" name="타원 33"/>
          <p:cNvSpPr/>
          <p:nvPr/>
        </p:nvSpPr>
        <p:spPr>
          <a:xfrm>
            <a:off x="5311714" y="2136913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5518795" y="4246756"/>
            <a:ext cx="2089373" cy="3505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endParaRPr lang="ko-KR" altLang="en-US" sz="1000" kern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36" name="Shape 434"/>
          <p:cNvSpPr/>
          <p:nvPr/>
        </p:nvSpPr>
        <p:spPr>
          <a:xfrm>
            <a:off x="5518795" y="4246270"/>
            <a:ext cx="2089373" cy="1342970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7" name="직사각형 36"/>
          <p:cNvSpPr/>
          <p:nvPr/>
        </p:nvSpPr>
        <p:spPr>
          <a:xfrm>
            <a:off x="5663952" y="4797152"/>
            <a:ext cx="1850981" cy="21716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회원님의 이메일</a:t>
            </a:r>
            <a:r>
              <a:rPr lang="en-US" altLang="ko-KR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(</a:t>
            </a: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아이디</a:t>
            </a:r>
            <a:r>
              <a:rPr lang="en-US" altLang="ko-KR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)</a:t>
            </a: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로 임시비밀번호가 발송되었습니다</a:t>
            </a:r>
            <a:r>
              <a:rPr lang="en-US" altLang="ko-KR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altLang="ko-KR" sz="900" kern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42" name="타원 41"/>
          <p:cNvSpPr/>
          <p:nvPr/>
        </p:nvSpPr>
        <p:spPr>
          <a:xfrm>
            <a:off x="5446207" y="4223368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45" name="타원 44"/>
          <p:cNvSpPr/>
          <p:nvPr/>
        </p:nvSpPr>
        <p:spPr>
          <a:xfrm>
            <a:off x="7622722" y="1789866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29" name="직사각형 28"/>
          <p:cNvSpPr/>
          <p:nvPr/>
        </p:nvSpPr>
        <p:spPr>
          <a:xfrm>
            <a:off x="2091386" y="1867220"/>
            <a:ext cx="2480474" cy="164436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square" lIns="91440" tIns="45720" rIns="91440" bIns="45720" anchor="ctr" anchorCtr="0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0" name="Shape 234"/>
          <p:cNvSpPr/>
          <p:nvPr/>
        </p:nvSpPr>
        <p:spPr>
          <a:xfrm>
            <a:off x="2123124" y="1693395"/>
            <a:ext cx="2290397" cy="166199"/>
          </a:xfrm>
          <a:prstGeom prst="rect">
            <a:avLst/>
          </a:prstGeom>
          <a:ln w="12700">
            <a:miter/>
          </a:ln>
        </p:spPr>
        <p:txBody>
          <a:bodyPr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en-US" altLang="ko-KR" sz="900" kern="0">
                <a:latin typeface="+mn-ea"/>
                <a:ea typeface="+mn-ea"/>
              </a:rPr>
              <a:t>ID(</a:t>
            </a:r>
            <a:r>
              <a:rPr lang="ko-KR" altLang="en-US" sz="900" kern="0">
                <a:latin typeface="+mn-ea"/>
                <a:ea typeface="+mn-ea"/>
              </a:rPr>
              <a:t>이메일</a:t>
            </a:r>
            <a:r>
              <a:rPr lang="en-US" altLang="ko-KR" sz="900" kern="0">
                <a:latin typeface="+mn-ea"/>
                <a:ea typeface="+mn-ea"/>
              </a:rPr>
              <a:t>) </a:t>
            </a:r>
            <a:r>
              <a:rPr lang="ko-KR" altLang="en-US" sz="900" kern="0">
                <a:latin typeface="+mn-ea"/>
                <a:ea typeface="+mn-ea"/>
              </a:rPr>
              <a:t>찾기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38" name="Shape 234"/>
          <p:cNvSpPr/>
          <p:nvPr/>
        </p:nvSpPr>
        <p:spPr>
          <a:xfrm>
            <a:off x="2229687" y="2342708"/>
            <a:ext cx="481937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ko-KR" altLang="en-US" sz="900" kern="0">
                <a:latin typeface="+mn-ea"/>
                <a:ea typeface="+mn-ea"/>
              </a:rPr>
              <a:t>이름 </a:t>
            </a:r>
            <a:r>
              <a:rPr lang="en-US" altLang="ko-KR" sz="900" kern="0">
                <a:latin typeface="+mn-ea"/>
                <a:ea typeface="+mn-ea"/>
              </a:rPr>
              <a:t>: 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41" name="Shape 150"/>
          <p:cNvSpPr/>
          <p:nvPr/>
        </p:nvSpPr>
        <p:spPr>
          <a:xfrm>
            <a:off x="2999656" y="2276872"/>
            <a:ext cx="1464443" cy="303682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46" name="Shape 234"/>
          <p:cNvSpPr/>
          <p:nvPr/>
        </p:nvSpPr>
        <p:spPr>
          <a:xfrm>
            <a:off x="2229687" y="2795102"/>
            <a:ext cx="697961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ko-KR" altLang="en-US" sz="900" kern="0">
                <a:latin typeface="+mn-ea"/>
                <a:ea typeface="+mn-ea"/>
              </a:rPr>
              <a:t>휴대폰 번호 </a:t>
            </a:r>
            <a:r>
              <a:rPr lang="en-US" altLang="ko-KR" sz="900" kern="0">
                <a:latin typeface="+mn-ea"/>
                <a:ea typeface="+mn-ea"/>
              </a:rPr>
              <a:t>: 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47" name="Shape 150"/>
          <p:cNvSpPr/>
          <p:nvPr/>
        </p:nvSpPr>
        <p:spPr>
          <a:xfrm>
            <a:off x="2999656" y="2724570"/>
            <a:ext cx="1464443" cy="303682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15" name="Shape 184"/>
          <p:cNvSpPr/>
          <p:nvPr/>
        </p:nvSpPr>
        <p:spPr>
          <a:xfrm>
            <a:off x="2141915" y="1927711"/>
            <a:ext cx="2648762" cy="184666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/>
            </a:pPr>
            <a:r>
              <a:rPr lang="ko-KR" altLang="en-US" sz="1000" b="0" kern="0" spc="-150">
                <a:solidFill>
                  <a:schemeClr val="tx1"/>
                </a:solidFill>
              </a:rPr>
              <a:t>회원님의 이름과 휴대폰 번호를 입력해주세요</a:t>
            </a:r>
            <a:r>
              <a:rPr lang="en-US" altLang="ko-KR" sz="1000" b="0" kern="0" spc="-150">
                <a:solidFill>
                  <a:schemeClr val="tx1"/>
                </a:solidFill>
              </a:rPr>
              <a:t>.</a:t>
            </a:r>
            <a:endParaRPr lang="en-US" altLang="ko-KR" sz="1000" b="0" kern="0" spc="-150">
              <a:solidFill>
                <a:schemeClr val="tx1"/>
              </a:solidFill>
            </a:endParaRPr>
          </a:p>
        </p:txBody>
      </p:sp>
      <p:sp>
        <p:nvSpPr>
          <p:cNvPr id="48" name="사각형: 둥근 모서리 47"/>
          <p:cNvSpPr/>
          <p:nvPr/>
        </p:nvSpPr>
        <p:spPr>
          <a:xfrm>
            <a:off x="3778632" y="3212976"/>
            <a:ext cx="685468" cy="216733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49" name="직사각형 48"/>
          <p:cNvSpPr/>
          <p:nvPr/>
        </p:nvSpPr>
        <p:spPr>
          <a:xfrm>
            <a:off x="2091386" y="3969894"/>
            <a:ext cx="2480474" cy="1187298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square" lIns="91440" tIns="45720" rIns="91440" bIns="45720" anchor="ctr" anchorCtr="0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0" name="Shape 234"/>
          <p:cNvSpPr/>
          <p:nvPr/>
        </p:nvSpPr>
        <p:spPr>
          <a:xfrm>
            <a:off x="2123124" y="3796069"/>
            <a:ext cx="2290397" cy="166199"/>
          </a:xfrm>
          <a:prstGeom prst="rect">
            <a:avLst/>
          </a:prstGeom>
          <a:ln w="12700">
            <a:miter/>
          </a:ln>
        </p:spPr>
        <p:txBody>
          <a:bodyPr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en-US" altLang="ko-KR" sz="900" kern="0">
                <a:latin typeface="+mn-ea"/>
                <a:ea typeface="+mn-ea"/>
              </a:rPr>
              <a:t>PW </a:t>
            </a:r>
            <a:r>
              <a:rPr lang="ko-KR" altLang="en-US" sz="900" kern="0">
                <a:latin typeface="+mn-ea"/>
                <a:ea typeface="+mn-ea"/>
              </a:rPr>
              <a:t>찾기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51" name="Shape 234"/>
          <p:cNvSpPr/>
          <p:nvPr/>
        </p:nvSpPr>
        <p:spPr>
          <a:xfrm>
            <a:off x="2229687" y="4445382"/>
            <a:ext cx="620238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en-US" altLang="ko-KR" sz="900" b="0" kern="0" spc="-150">
                <a:solidFill>
                  <a:schemeClr val="tx1"/>
                </a:solidFill>
              </a:rPr>
              <a:t>I D (</a:t>
            </a:r>
            <a:r>
              <a:rPr lang="ko-KR" altLang="en-US" sz="900" b="0" kern="0" spc="-150">
                <a:solidFill>
                  <a:schemeClr val="tx1"/>
                </a:solidFill>
              </a:rPr>
              <a:t>이메일</a:t>
            </a:r>
            <a:r>
              <a:rPr lang="en-US" altLang="ko-KR" sz="900" b="0" kern="0" spc="-150">
                <a:solidFill>
                  <a:schemeClr val="tx1"/>
                </a:solidFill>
              </a:rPr>
              <a:t>)</a:t>
            </a:r>
            <a:r>
              <a:rPr lang="ko-KR" altLang="en-US" sz="900" kern="0">
                <a:latin typeface="+mn-ea"/>
                <a:ea typeface="+mn-ea"/>
              </a:rPr>
              <a:t> </a:t>
            </a:r>
            <a:r>
              <a:rPr lang="en-US" altLang="ko-KR" sz="900" kern="0">
                <a:latin typeface="+mn-ea"/>
                <a:ea typeface="+mn-ea"/>
              </a:rPr>
              <a:t>: 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52" name="Shape 150"/>
          <p:cNvSpPr/>
          <p:nvPr/>
        </p:nvSpPr>
        <p:spPr>
          <a:xfrm>
            <a:off x="2849925" y="4379546"/>
            <a:ext cx="1614174" cy="303682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55" name="Shape 184"/>
          <p:cNvSpPr/>
          <p:nvPr/>
        </p:nvSpPr>
        <p:spPr>
          <a:xfrm>
            <a:off x="2141915" y="4030385"/>
            <a:ext cx="2648762" cy="184666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/>
            </a:pPr>
            <a:r>
              <a:rPr lang="ko-KR" altLang="en-US" sz="1000" b="0" kern="0" spc="-150">
                <a:solidFill>
                  <a:schemeClr val="tx1"/>
                </a:solidFill>
              </a:rPr>
              <a:t>회원님의 </a:t>
            </a:r>
            <a:r>
              <a:rPr lang="en-US" altLang="ko-KR" sz="1000" b="0" kern="0" spc="-150">
                <a:solidFill>
                  <a:schemeClr val="tx1"/>
                </a:solidFill>
              </a:rPr>
              <a:t>ID(</a:t>
            </a:r>
            <a:r>
              <a:rPr lang="ko-KR" altLang="en-US" sz="1000" b="0" kern="0" spc="-150">
                <a:solidFill>
                  <a:schemeClr val="tx1"/>
                </a:solidFill>
              </a:rPr>
              <a:t>이메일</a:t>
            </a:r>
            <a:r>
              <a:rPr lang="en-US" altLang="ko-KR" sz="1000" b="0" kern="0" spc="-150">
                <a:solidFill>
                  <a:schemeClr val="tx1"/>
                </a:solidFill>
              </a:rPr>
              <a:t>)</a:t>
            </a:r>
            <a:r>
              <a:rPr lang="ko-KR" altLang="en-US" sz="1000" b="0" kern="0" spc="-150">
                <a:solidFill>
                  <a:schemeClr val="tx1"/>
                </a:solidFill>
              </a:rPr>
              <a:t>를 입력해주세요</a:t>
            </a:r>
            <a:r>
              <a:rPr lang="en-US" altLang="ko-KR" sz="1000" b="0" kern="0" spc="-150">
                <a:solidFill>
                  <a:schemeClr val="tx1"/>
                </a:solidFill>
              </a:rPr>
              <a:t>.</a:t>
            </a:r>
            <a:endParaRPr lang="en-US" altLang="ko-KR" sz="1000" b="0" kern="0" spc="-150">
              <a:solidFill>
                <a:schemeClr val="tx1"/>
              </a:solidFill>
            </a:endParaRPr>
          </a:p>
        </p:txBody>
      </p:sp>
      <p:sp>
        <p:nvSpPr>
          <p:cNvPr id="57" name="사각형: 둥근 모서리 56"/>
          <p:cNvSpPr/>
          <p:nvPr/>
        </p:nvSpPr>
        <p:spPr>
          <a:xfrm>
            <a:off x="3778632" y="4868451"/>
            <a:ext cx="685468" cy="216733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58" name="타원 57"/>
          <p:cNvSpPr/>
          <p:nvPr/>
        </p:nvSpPr>
        <p:spPr>
          <a:xfrm>
            <a:off x="4369633" y="2686735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3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59" name="타원 58"/>
          <p:cNvSpPr/>
          <p:nvPr/>
        </p:nvSpPr>
        <p:spPr>
          <a:xfrm>
            <a:off x="4369633" y="3162655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0" name="타원 59"/>
          <p:cNvSpPr/>
          <p:nvPr/>
        </p:nvSpPr>
        <p:spPr>
          <a:xfrm>
            <a:off x="4375104" y="222451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2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1" name="타원 60"/>
          <p:cNvSpPr/>
          <p:nvPr/>
        </p:nvSpPr>
        <p:spPr>
          <a:xfrm>
            <a:off x="4369633" y="432237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5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2" name="타원 61"/>
          <p:cNvSpPr/>
          <p:nvPr/>
        </p:nvSpPr>
        <p:spPr>
          <a:xfrm>
            <a:off x="4369633" y="479829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6" name="타원 65"/>
          <p:cNvSpPr/>
          <p:nvPr/>
        </p:nvSpPr>
        <p:spPr>
          <a:xfrm>
            <a:off x="7622722" y="2149906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53" name="직사각형 52"/>
          <p:cNvSpPr/>
          <p:nvPr/>
        </p:nvSpPr>
        <p:spPr>
          <a:xfrm>
            <a:off x="5527738" y="3685887"/>
            <a:ext cx="2080430" cy="31917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54" name="직사각형 53"/>
          <p:cNvSpPr/>
          <p:nvPr/>
        </p:nvSpPr>
        <p:spPr>
          <a:xfrm>
            <a:off x="5518795" y="2662580"/>
            <a:ext cx="2089373" cy="3505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endParaRPr lang="ko-KR" altLang="en-US" sz="1000" kern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56" name="Shape 434"/>
          <p:cNvSpPr/>
          <p:nvPr/>
        </p:nvSpPr>
        <p:spPr>
          <a:xfrm>
            <a:off x="5518795" y="2662094"/>
            <a:ext cx="2089373" cy="1342970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67" name="직사각형 66"/>
          <p:cNvSpPr/>
          <p:nvPr/>
        </p:nvSpPr>
        <p:spPr>
          <a:xfrm>
            <a:off x="5663952" y="3212976"/>
            <a:ext cx="1850981" cy="21716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회원님의 </a:t>
            </a:r>
            <a:r>
              <a:rPr lang="en-US" altLang="ko-KR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ID(</a:t>
            </a: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이메일</a:t>
            </a:r>
            <a:r>
              <a:rPr lang="en-US" altLang="ko-KR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)</a:t>
            </a: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는</a:t>
            </a:r>
            <a:endParaRPr lang="ko-KR" altLang="en-US" sz="900" kern="0">
              <a:solidFill>
                <a:schemeClr val="bg1">
                  <a:lumMod val="50000"/>
                </a:schemeClr>
              </a:solidFill>
              <a:latin typeface="+mn-ea"/>
            </a:endParaRPr>
          </a:p>
          <a:p>
            <a:pPr algn="ctr">
              <a:lnSpc>
                <a:spcPct val="150000"/>
              </a:lnSpc>
              <a:defRPr/>
            </a:pPr>
            <a:r>
              <a:rPr lang="en-US" altLang="ko-KR" sz="1000" b="1" kern="0">
                <a:solidFill>
                  <a:schemeClr val="accent2">
                    <a:lumMod val="75000"/>
                  </a:schemeClr>
                </a:solidFill>
                <a:latin typeface="+mn-ea"/>
              </a:rPr>
              <a:t>abc123@naber.com</a:t>
            </a:r>
            <a:endParaRPr lang="en-US" altLang="ko-KR" sz="1000" b="1" kern="0">
              <a:solidFill>
                <a:schemeClr val="accent2">
                  <a:lumMod val="75000"/>
                </a:schemeClr>
              </a:solidFill>
              <a:latin typeface="+mn-ea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입니다</a:t>
            </a:r>
            <a:r>
              <a:rPr lang="en-US" altLang="ko-KR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.</a:t>
            </a:r>
            <a:endParaRPr lang="en-US" altLang="ko-KR" sz="900" kern="0">
              <a:solidFill>
                <a:schemeClr val="bg1">
                  <a:lumMod val="50000"/>
                </a:schemeClr>
              </a:solidFill>
              <a:latin typeface="+mn-ea"/>
            </a:endParaRPr>
          </a:p>
        </p:txBody>
      </p:sp>
      <p:sp>
        <p:nvSpPr>
          <p:cNvPr id="68" name="타원 67"/>
          <p:cNvSpPr/>
          <p:nvPr/>
        </p:nvSpPr>
        <p:spPr>
          <a:xfrm>
            <a:off x="5446207" y="263919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03.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메인화면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3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8112224" y="908720"/>
          <a:ext cx="2306955" cy="4769515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19075"/>
                <a:gridCol w="2087880"/>
              </a:tblGrid>
              <a:tr h="550317">
                <a:tc gridSpan="2">
                  <a:txBody>
                    <a:bodyPr vert="horz" lIns="91440" tIns="45720" rIns="91440" bIns="45720" anchor="ctr" anchorCtr="0"/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Description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727913">
                <a:tc gridSpan="2">
                  <a:txBody>
                    <a:bodyPr vert="horz" lIns="91440" tIns="45720" rIns="91440" bIns="45720" anchor="ctr" anchorCtr="0"/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메인화면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금주 특가상품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금주 히트 상품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523156">
                <a:tc gridSpan="2">
                  <a:txBody>
                    <a:bodyPr vert="horz" lIns="91440" tIns="45720" rIns="91440" bIns="45720" anchor="ctr" anchorCtr="0"/>
                    <a:p>
                      <a:pPr lvl="0" algn="ctr">
                        <a:spcBef>
                          <a:spcPts val="100"/>
                        </a:spcBef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Function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881198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1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금주의 특가상품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관리자에서 설정한 특가상품  </a:t>
                      </a: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4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가지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>
                    <a:solidFill>
                      <a:schemeClr val="lt1"/>
                    </a:solidFill>
                  </a:tcPr>
                </a:tc>
              </a:tr>
              <a:tr h="922658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2</a:t>
                      </a:r>
                      <a:endParaRPr lang="en-US" altLang="ko-KR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금주의 히트 상품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판매 가장 많은 상품 </a:t>
                      </a: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4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가지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>
                    <a:solidFill>
                      <a:schemeClr val="lt1"/>
                    </a:solidFill>
                  </a:tcPr>
                </a:tc>
              </a:tr>
              <a:tr h="1164273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3</a:t>
                      </a:r>
                      <a:endParaRPr lang="en-US" altLang="ko-KR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메뉴박스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홈으로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상품 리스트로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검색창으로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마이페이지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51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1" name="직선 연결선 70"/>
          <p:cNvCxnSpPr/>
          <p:nvPr/>
        </p:nvCxnSpPr>
        <p:spPr>
          <a:xfrm>
            <a:off x="1892449" y="2052077"/>
            <a:ext cx="2970562" cy="8771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71"/>
          <p:cNvCxnSpPr/>
          <p:nvPr/>
        </p:nvCxnSpPr>
        <p:spPr>
          <a:xfrm>
            <a:off x="1881886" y="4021873"/>
            <a:ext cx="2981125" cy="0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연결선: 꺾임 72"/>
          <p:cNvCxnSpPr/>
          <p:nvPr/>
        </p:nvCxnSpPr>
        <p:spPr>
          <a:xfrm>
            <a:off x="4571860" y="3136505"/>
            <a:ext cx="50148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"/>
          <p:cNvSpPr/>
          <p:nvPr/>
        </p:nvSpPr>
        <p:spPr>
          <a:xfrm>
            <a:off x="1892449" y="5825449"/>
            <a:ext cx="2898228" cy="450256"/>
          </a:xfrm>
          <a:prstGeom prst="rect">
            <a:avLst/>
          </a:prstGeom>
          <a:solidFill>
            <a:schemeClr val="lt1"/>
          </a:solidFill>
          <a:ln>
            <a:solidFill>
              <a:srgbClr val="9be5c8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92" name=""/>
          <p:cNvGraphicFramePr>
            <a:graphicFrameLocks noGrp="1"/>
          </p:cNvGraphicFramePr>
          <p:nvPr/>
        </p:nvGraphicFramePr>
        <p:xfrm>
          <a:off x="1881886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홈</a:t>
                      </a:r>
                      <a:endParaRPr lang="en-US" altLang="ko-KR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상품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검색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마이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93" name=""/>
          <p:cNvSpPr/>
          <p:nvPr/>
        </p:nvSpPr>
        <p:spPr>
          <a:xfrm>
            <a:off x="2058458" y="2270125"/>
            <a:ext cx="2513402" cy="1630612"/>
          </a:xfrm>
          <a:prstGeom prst="rect">
            <a:avLst/>
          </a:prstGeom>
          <a:solidFill>
            <a:schemeClr val="lt1"/>
          </a:solidFill>
          <a:ln w="19050" cap="flat" cmpd="sng" algn="ctr">
            <a:solidFill>
              <a:srgbClr val="69d8ad"/>
            </a:solidFill>
            <a:prstDash val="solid"/>
            <a:round/>
            <a:headEnd w="med" len="med"/>
            <a:tailEnd w="med" len="med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금주 특가 상품</a:t>
            </a: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94" name=""/>
          <p:cNvSpPr/>
          <p:nvPr/>
        </p:nvSpPr>
        <p:spPr>
          <a:xfrm>
            <a:off x="2058458" y="4222957"/>
            <a:ext cx="2513402" cy="142952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69d8ad">
                <a:alpha val="100000"/>
              </a:srgbClr>
            </a:solidFill>
            <a:prstDash val="solid"/>
            <a:round/>
            <a:headEnd w="med" len="med"/>
            <a:tailEnd w="med" len="me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금주 히트 상품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~~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5" name="타원 83"/>
          <p:cNvSpPr/>
          <p:nvPr/>
        </p:nvSpPr>
        <p:spPr>
          <a:xfrm>
            <a:off x="2045527" y="215552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ko-KR" altLang="en-US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97" name="타원 83"/>
          <p:cNvSpPr/>
          <p:nvPr/>
        </p:nvSpPr>
        <p:spPr>
          <a:xfrm>
            <a:off x="1987020" y="41515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9" name=""/>
          <p:cNvSpPr/>
          <p:nvPr/>
        </p:nvSpPr>
        <p:spPr>
          <a:xfrm>
            <a:off x="5073344" y="1298271"/>
            <a:ext cx="2689530" cy="2401382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00" name=""/>
          <p:cNvSpPr/>
          <p:nvPr/>
        </p:nvSpPr>
        <p:spPr>
          <a:xfrm>
            <a:off x="5302250" y="1493942"/>
            <a:ext cx="988859" cy="80626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>
                <a:solidFill>
                  <a:schemeClr val="dk1"/>
                </a:solidFill>
              </a:rPr>
              <a:t>1</a:t>
            </a: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101" name=""/>
          <p:cNvSpPr/>
          <p:nvPr/>
        </p:nvSpPr>
        <p:spPr>
          <a:xfrm>
            <a:off x="5302250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3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2" name=""/>
          <p:cNvSpPr/>
          <p:nvPr/>
        </p:nvSpPr>
        <p:spPr>
          <a:xfrm>
            <a:off x="6595909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4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3" name=""/>
          <p:cNvSpPr/>
          <p:nvPr/>
        </p:nvSpPr>
        <p:spPr>
          <a:xfrm>
            <a:off x="6595909" y="1493942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104" name="연결선: 꺾임 72"/>
          <p:cNvCxnSpPr/>
          <p:nvPr/>
        </p:nvCxnSpPr>
        <p:spPr>
          <a:xfrm rot="5400000" flipH="1" flipV="1">
            <a:off x="4496220" y="3634534"/>
            <a:ext cx="848350" cy="763709"/>
          </a:xfrm>
          <a:prstGeom prst="straightConnector1">
            <a:avLst/>
          </a:prstGeom>
          <a:noFill/>
          <a:ln w="12700" cap="flat" cmpd="sng" algn="ctr">
            <a:solidFill>
              <a:srgbClr val="ff0000">
                <a:alpha val="100000"/>
              </a:srgbClr>
            </a:solidFill>
            <a:prstDash val="solid"/>
            <a:tailEnd type="triangle"/>
          </a:ln>
        </p:spPr>
      </p:cxnSp>
      <p:sp>
        <p:nvSpPr>
          <p:cNvPr id="105" name="타원 83"/>
          <p:cNvSpPr/>
          <p:nvPr/>
        </p:nvSpPr>
        <p:spPr>
          <a:xfrm>
            <a:off x="1810448" y="58254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cxnSp>
        <p:nvCxnSpPr>
          <p:cNvPr id="106" name="연결선: 꺾임 72"/>
          <p:cNvCxnSpPr>
            <a:endCxn id="107" idx="1"/>
          </p:cNvCxnSpPr>
          <p:nvPr/>
        </p:nvCxnSpPr>
        <p:spPr>
          <a:xfrm flipV="1">
            <a:off x="4025572" y="5213612"/>
            <a:ext cx="1047772" cy="572458"/>
          </a:xfrm>
          <a:prstGeom prst="straightConnector1">
            <a:avLst/>
          </a:prstGeom>
          <a:noFill/>
          <a:ln w="12700" cap="flat" cmpd="sng" algn="ctr">
            <a:solidFill>
              <a:srgbClr val="ff0000">
                <a:alpha val="100000"/>
              </a:srgbClr>
            </a:solidFill>
            <a:prstDash val="solid"/>
            <a:tailEnd type="triangle"/>
          </a:ln>
        </p:spPr>
      </p:cxnSp>
      <p:sp>
        <p:nvSpPr>
          <p:cNvPr id="107" name=""/>
          <p:cNvSpPr/>
          <p:nvPr/>
        </p:nvSpPr>
        <p:spPr>
          <a:xfrm>
            <a:off x="5073344" y="4151518"/>
            <a:ext cx="2689530" cy="212418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회사 소개글</a:t>
            </a:r>
            <a:endParaRPr lang="ko-KR" altLang="en-US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04.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목록 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4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1" name="직선 연결선 70"/>
          <p:cNvCxnSpPr/>
          <p:nvPr/>
        </p:nvCxnSpPr>
        <p:spPr>
          <a:xfrm>
            <a:off x="1892449" y="2052077"/>
            <a:ext cx="2970562" cy="8771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71"/>
          <p:cNvCxnSpPr/>
          <p:nvPr/>
        </p:nvCxnSpPr>
        <p:spPr>
          <a:xfrm>
            <a:off x="1881886" y="4021873"/>
            <a:ext cx="2981125" cy="0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연결선: 꺾임 72"/>
          <p:cNvCxnSpPr/>
          <p:nvPr/>
        </p:nvCxnSpPr>
        <p:spPr>
          <a:xfrm>
            <a:off x="4571860" y="3136505"/>
            <a:ext cx="50148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"/>
          <p:cNvSpPr/>
          <p:nvPr/>
        </p:nvSpPr>
        <p:spPr>
          <a:xfrm>
            <a:off x="1892449" y="5825449"/>
            <a:ext cx="2898228" cy="450256"/>
          </a:xfrm>
          <a:prstGeom prst="rect">
            <a:avLst/>
          </a:prstGeom>
          <a:solidFill>
            <a:schemeClr val="lt1"/>
          </a:solidFill>
          <a:ln>
            <a:solidFill>
              <a:srgbClr val="9be5c8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92" name=""/>
          <p:cNvGraphicFramePr>
            <a:graphicFrameLocks noGrp="1"/>
          </p:cNvGraphicFramePr>
          <p:nvPr/>
        </p:nvGraphicFramePr>
        <p:xfrm>
          <a:off x="1881886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홈</a:t>
                      </a:r>
                      <a:endParaRPr lang="en-US" altLang="ko-KR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상품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검색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마이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93" name=""/>
          <p:cNvSpPr/>
          <p:nvPr/>
        </p:nvSpPr>
        <p:spPr>
          <a:xfrm>
            <a:off x="2058458" y="2498963"/>
            <a:ext cx="2513402" cy="1401775"/>
          </a:xfrm>
          <a:prstGeom prst="rect">
            <a:avLst/>
          </a:prstGeom>
          <a:solidFill>
            <a:schemeClr val="lt1"/>
          </a:solidFill>
          <a:ln w="19050" cap="flat" cmpd="sng" algn="ctr">
            <a:solidFill>
              <a:srgbClr val="69d8ad"/>
            </a:solidFill>
            <a:prstDash val="solid"/>
            <a:round/>
            <a:headEnd w="med" len="med"/>
            <a:tailEnd w="med" len="med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금주 특가 상품</a:t>
            </a: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94" name=""/>
          <p:cNvSpPr/>
          <p:nvPr/>
        </p:nvSpPr>
        <p:spPr>
          <a:xfrm>
            <a:off x="2058458" y="4222957"/>
            <a:ext cx="2513402" cy="142952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69d8ad">
                <a:alpha val="100000"/>
              </a:srgbClr>
            </a:solidFill>
            <a:prstDash val="solid"/>
            <a:round/>
            <a:headEnd w="med" len="med"/>
            <a:tailEnd w="med" len="me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 리스트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5" name="타원 83"/>
          <p:cNvSpPr/>
          <p:nvPr/>
        </p:nvSpPr>
        <p:spPr>
          <a:xfrm>
            <a:off x="2045527" y="242222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7" name="타원 83"/>
          <p:cNvSpPr/>
          <p:nvPr/>
        </p:nvSpPr>
        <p:spPr>
          <a:xfrm>
            <a:off x="1987020" y="41515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9" name=""/>
          <p:cNvSpPr/>
          <p:nvPr/>
        </p:nvSpPr>
        <p:spPr>
          <a:xfrm>
            <a:off x="5073344" y="1298271"/>
            <a:ext cx="2689530" cy="2401382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00" name=""/>
          <p:cNvSpPr/>
          <p:nvPr/>
        </p:nvSpPr>
        <p:spPr>
          <a:xfrm>
            <a:off x="5302250" y="1493942"/>
            <a:ext cx="988859" cy="80626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>
                <a:solidFill>
                  <a:schemeClr val="dk1"/>
                </a:solidFill>
              </a:rPr>
              <a:t>1</a:t>
            </a: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101" name=""/>
          <p:cNvSpPr/>
          <p:nvPr/>
        </p:nvSpPr>
        <p:spPr>
          <a:xfrm>
            <a:off x="5302250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3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2" name=""/>
          <p:cNvSpPr/>
          <p:nvPr/>
        </p:nvSpPr>
        <p:spPr>
          <a:xfrm>
            <a:off x="6595909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4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3" name=""/>
          <p:cNvSpPr/>
          <p:nvPr/>
        </p:nvSpPr>
        <p:spPr>
          <a:xfrm>
            <a:off x="6595909" y="1493942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5" name="타원 83"/>
          <p:cNvSpPr/>
          <p:nvPr/>
        </p:nvSpPr>
        <p:spPr>
          <a:xfrm>
            <a:off x="1810448" y="58254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18669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전체 상품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관리자가 설정한 특가상품 상위노출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나머지 상품 가나다순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홈으로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상품목록으로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검색으로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마이페이지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05.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상세 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5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47218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305405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3" name="연결선: 꺾임 72"/>
          <p:cNvCxnSpPr/>
          <p:nvPr/>
        </p:nvCxnSpPr>
        <p:spPr>
          <a:xfrm rot="5400000" flipH="1" flipV="1">
            <a:off x="2627815" y="4112464"/>
            <a:ext cx="1850629" cy="6932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500455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선택한 상품 상세내용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이름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대표이미지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평점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찜 할수있는 버튼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각 탭을 보여주는 버튼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-&gt;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하단 탭 변경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상품의 수량을 결정하여 장바구니에 담기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수량변경은 화살표 모양 버튼 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가격도 같이 변경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6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상품의 보관방법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유의 사항의 설명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7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다음 페이지에서 설명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"/>
          <p:cNvSpPr txBox="1"/>
          <p:nvPr/>
        </p:nvSpPr>
        <p:spPr>
          <a:xfrm>
            <a:off x="472186" y="2032118"/>
            <a:ext cx="2898228" cy="284783"/>
          </a:xfrm>
          <a:prstGeom prst="rect">
            <a:avLst/>
          </a:prstGeom>
        </p:spPr>
        <p:txBody>
          <a:bodyPr wrap="square">
            <a:spAutoFit/>
          </a:bodyPr>
          <a:p>
            <a:pPr algn="ctr">
              <a:defRPr/>
            </a:pPr>
            <a:r>
              <a:rPr lang="ko-KR" altLang="en-US" sz="1300"/>
              <a:t>상품 이름</a:t>
            </a:r>
            <a:endParaRPr lang="ko-KR" altLang="en-US" sz="1300"/>
          </a:p>
        </p:txBody>
      </p:sp>
      <p:sp>
        <p:nvSpPr>
          <p:cNvPr id="111" name=""/>
          <p:cNvSpPr/>
          <p:nvPr/>
        </p:nvSpPr>
        <p:spPr>
          <a:xfrm>
            <a:off x="636092" y="2426892"/>
            <a:ext cx="2570416" cy="141922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500">
                <a:solidFill>
                  <a:schemeClr val="dk1"/>
                </a:solidFill>
              </a:rPr>
              <a:t>상품 대표 이미지</a:t>
            </a:r>
            <a:endParaRPr lang="ko-KR" altLang="en-US" sz="1500">
              <a:solidFill>
                <a:schemeClr val="dk1"/>
              </a:solidFill>
            </a:endParaRPr>
          </a:p>
        </p:txBody>
      </p:sp>
      <p:sp>
        <p:nvSpPr>
          <p:cNvPr id="112" name="타원 83"/>
          <p:cNvSpPr/>
          <p:nvPr/>
        </p:nvSpPr>
        <p:spPr>
          <a:xfrm>
            <a:off x="1454977" y="20321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3" name="타원 83"/>
          <p:cNvSpPr/>
          <p:nvPr/>
        </p:nvSpPr>
        <p:spPr>
          <a:xfrm>
            <a:off x="581024" y="235545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4" name=""/>
          <p:cNvSpPr/>
          <p:nvPr/>
        </p:nvSpPr>
        <p:spPr>
          <a:xfrm>
            <a:off x="1328480" y="4055387"/>
            <a:ext cx="1090136" cy="5098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평점</a:t>
            </a:r>
            <a:endParaRPr lang="ko-KR" altLang="en-US" sz="10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찜하기 </a:t>
            </a:r>
            <a:r>
              <a:rPr lang="en-US" altLang="ko-KR" sz="1000">
                <a:solidFill>
                  <a:schemeClr val="dk1"/>
                </a:solidFill>
              </a:rPr>
              <a:t>(</a:t>
            </a:r>
            <a:r>
              <a:rPr lang="ko-KR" altLang="en-US" sz="1000">
                <a:solidFill>
                  <a:schemeClr val="dk1"/>
                </a:solidFill>
              </a:rPr>
              <a:t>하트</a:t>
            </a:r>
            <a:r>
              <a:rPr lang="en-US" altLang="ko-KR" sz="1000">
                <a:solidFill>
                  <a:schemeClr val="dk1"/>
                </a:solidFill>
              </a:rPr>
              <a:t>)</a:t>
            </a:r>
            <a:endParaRPr lang="en-US" altLang="ko-KR" sz="1000">
              <a:solidFill>
                <a:schemeClr val="dk1"/>
              </a:solidFill>
            </a:endParaRPr>
          </a:p>
        </p:txBody>
      </p:sp>
      <p:sp>
        <p:nvSpPr>
          <p:cNvPr id="115" name="타원 83"/>
          <p:cNvSpPr/>
          <p:nvPr/>
        </p:nvSpPr>
        <p:spPr>
          <a:xfrm>
            <a:off x="1328480" y="401728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6" name=""/>
          <p:cNvSpPr/>
          <p:nvPr/>
        </p:nvSpPr>
        <p:spPr>
          <a:xfrm>
            <a:off x="581024" y="4752975"/>
            <a:ext cx="818893" cy="33337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주문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17" name=""/>
          <p:cNvSpPr/>
          <p:nvPr/>
        </p:nvSpPr>
        <p:spPr>
          <a:xfrm>
            <a:off x="1399917" y="4752975"/>
            <a:ext cx="904158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정보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8" name=""/>
          <p:cNvSpPr/>
          <p:nvPr/>
        </p:nvSpPr>
        <p:spPr>
          <a:xfrm>
            <a:off x="2304076" y="4752975"/>
            <a:ext cx="902432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9" name="타원 83"/>
          <p:cNvSpPr/>
          <p:nvPr/>
        </p:nvSpPr>
        <p:spPr>
          <a:xfrm>
            <a:off x="549422" y="468153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20" name=""/>
          <p:cNvSpPr/>
          <p:nvPr/>
        </p:nvSpPr>
        <p:spPr>
          <a:xfrm>
            <a:off x="581024" y="5086350"/>
            <a:ext cx="2625484" cy="104775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탭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21" name=""/>
          <p:cNvSpPr/>
          <p:nvPr/>
        </p:nvSpPr>
        <p:spPr>
          <a:xfrm>
            <a:off x="4024313" y="1123603"/>
            <a:ext cx="3544032" cy="159334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25" name=""/>
          <p:cNvSpPr/>
          <p:nvPr/>
        </p:nvSpPr>
        <p:spPr>
          <a:xfrm>
            <a:off x="4214812" y="1359164"/>
            <a:ext cx="3081337" cy="47123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26" name="타원 83"/>
          <p:cNvSpPr/>
          <p:nvPr/>
        </p:nvSpPr>
        <p:spPr>
          <a:xfrm>
            <a:off x="3952875" y="105216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28" name=""/>
          <p:cNvSpPr/>
          <p:nvPr/>
        </p:nvSpPr>
        <p:spPr>
          <a:xfrm>
            <a:off x="4329112" y="1447228"/>
            <a:ext cx="1066800" cy="31415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상품개수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29" name=""/>
          <p:cNvSpPr/>
          <p:nvPr/>
        </p:nvSpPr>
        <p:spPr>
          <a:xfrm>
            <a:off x="6096000" y="1447228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1(</a:t>
            </a: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수량변경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)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30" name=""/>
          <p:cNvSpPr/>
          <p:nvPr/>
        </p:nvSpPr>
        <p:spPr>
          <a:xfrm>
            <a:off x="4214812" y="2281862"/>
            <a:ext cx="3081337" cy="29005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>
                <a:solidFill>
                  <a:schemeClr val="dk1"/>
                </a:solidFill>
              </a:rPr>
              <a:t>장바구니 담기</a:t>
            </a:r>
            <a:endParaRPr lang="ko-KR" altLang="en-US" sz="1400">
              <a:solidFill>
                <a:schemeClr val="dk1"/>
              </a:solidFill>
            </a:endParaRPr>
          </a:p>
        </p:txBody>
      </p:sp>
      <p:sp>
        <p:nvSpPr>
          <p:cNvPr id="137" name=""/>
          <p:cNvSpPr/>
          <p:nvPr/>
        </p:nvSpPr>
        <p:spPr>
          <a:xfrm>
            <a:off x="4027061" y="2895663"/>
            <a:ext cx="3544032" cy="159334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38" name=""/>
          <p:cNvSpPr/>
          <p:nvPr/>
        </p:nvSpPr>
        <p:spPr>
          <a:xfrm>
            <a:off x="4217560" y="3040820"/>
            <a:ext cx="3081337" cy="47123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39" name="타원 83"/>
          <p:cNvSpPr/>
          <p:nvPr/>
        </p:nvSpPr>
        <p:spPr>
          <a:xfrm>
            <a:off x="3955623" y="282422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6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40" name=""/>
          <p:cNvSpPr/>
          <p:nvPr/>
        </p:nvSpPr>
        <p:spPr>
          <a:xfrm>
            <a:off x="4291012" y="3114842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보관방법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41" name=""/>
          <p:cNvSpPr/>
          <p:nvPr/>
        </p:nvSpPr>
        <p:spPr>
          <a:xfrm>
            <a:off x="6162675" y="3114842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설명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5" name=""/>
          <p:cNvSpPr/>
          <p:nvPr/>
        </p:nvSpPr>
        <p:spPr>
          <a:xfrm>
            <a:off x="4217560" y="3781668"/>
            <a:ext cx="3081337" cy="47123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6" name=""/>
          <p:cNvSpPr/>
          <p:nvPr/>
        </p:nvSpPr>
        <p:spPr>
          <a:xfrm>
            <a:off x="4291012" y="3846005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유의사항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7" name=""/>
          <p:cNvSpPr/>
          <p:nvPr/>
        </p:nvSpPr>
        <p:spPr>
          <a:xfrm>
            <a:off x="6162675" y="3860208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설명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8" name=""/>
          <p:cNvSpPr/>
          <p:nvPr/>
        </p:nvSpPr>
        <p:spPr>
          <a:xfrm>
            <a:off x="4024313" y="4681537"/>
            <a:ext cx="3544032" cy="159334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리뷰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9" name="타원 83"/>
          <p:cNvSpPr/>
          <p:nvPr/>
        </p:nvSpPr>
        <p:spPr>
          <a:xfrm>
            <a:off x="4024313" y="456521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7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0" name=""/>
          <p:cNvSpPr/>
          <p:nvPr/>
        </p:nvSpPr>
        <p:spPr>
          <a:xfrm>
            <a:off x="5755480" y="1920276"/>
            <a:ext cx="1543417" cy="25471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가격</a:t>
            </a:r>
            <a:endParaRPr lang="ko-KR" altLang="en-US" sz="1300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06.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상세 화면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리뷰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6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47218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305405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45892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선택한 상품 상세내용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7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탭 선택시 리뷰목록들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8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총 별점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9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글 상자의 내용으로 리뷰 작성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10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리뷰목록들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"/>
          <p:cNvSpPr txBox="1"/>
          <p:nvPr/>
        </p:nvSpPr>
        <p:spPr>
          <a:xfrm>
            <a:off x="472186" y="2032118"/>
            <a:ext cx="2898228" cy="284783"/>
          </a:xfrm>
          <a:prstGeom prst="rect">
            <a:avLst/>
          </a:prstGeom>
        </p:spPr>
        <p:txBody>
          <a:bodyPr wrap="square">
            <a:spAutoFit/>
          </a:bodyPr>
          <a:p>
            <a:pPr algn="ctr">
              <a:defRPr/>
            </a:pPr>
            <a:r>
              <a:rPr lang="ko-KR" altLang="en-US" sz="1300"/>
              <a:t>상품 이름</a:t>
            </a:r>
            <a:endParaRPr lang="ko-KR" altLang="en-US" sz="1300"/>
          </a:p>
        </p:txBody>
      </p:sp>
      <p:sp>
        <p:nvSpPr>
          <p:cNvPr id="111" name=""/>
          <p:cNvSpPr/>
          <p:nvPr/>
        </p:nvSpPr>
        <p:spPr>
          <a:xfrm>
            <a:off x="636092" y="2426892"/>
            <a:ext cx="2570416" cy="141922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500">
                <a:solidFill>
                  <a:schemeClr val="dk1"/>
                </a:solidFill>
              </a:rPr>
              <a:t>상품 대표 이미지</a:t>
            </a:r>
            <a:endParaRPr lang="ko-KR" altLang="en-US" sz="1500">
              <a:solidFill>
                <a:schemeClr val="dk1"/>
              </a:solidFill>
            </a:endParaRPr>
          </a:p>
        </p:txBody>
      </p:sp>
      <p:sp>
        <p:nvSpPr>
          <p:cNvPr id="112" name="타원 83"/>
          <p:cNvSpPr/>
          <p:nvPr/>
        </p:nvSpPr>
        <p:spPr>
          <a:xfrm>
            <a:off x="1454977" y="20321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3" name="타원 83"/>
          <p:cNvSpPr/>
          <p:nvPr/>
        </p:nvSpPr>
        <p:spPr>
          <a:xfrm>
            <a:off x="581024" y="235545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4" name=""/>
          <p:cNvSpPr/>
          <p:nvPr/>
        </p:nvSpPr>
        <p:spPr>
          <a:xfrm>
            <a:off x="1328480" y="4055387"/>
            <a:ext cx="1090136" cy="5098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평점</a:t>
            </a:r>
            <a:endParaRPr lang="ko-KR" altLang="en-US" sz="10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찜하기 </a:t>
            </a:r>
            <a:r>
              <a:rPr lang="en-US" altLang="ko-KR" sz="1000">
                <a:solidFill>
                  <a:schemeClr val="dk1"/>
                </a:solidFill>
              </a:rPr>
              <a:t>(</a:t>
            </a:r>
            <a:r>
              <a:rPr lang="ko-KR" altLang="en-US" sz="1000">
                <a:solidFill>
                  <a:schemeClr val="dk1"/>
                </a:solidFill>
              </a:rPr>
              <a:t>하트</a:t>
            </a:r>
            <a:r>
              <a:rPr lang="en-US" altLang="ko-KR" sz="1000">
                <a:solidFill>
                  <a:schemeClr val="dk1"/>
                </a:solidFill>
              </a:rPr>
              <a:t>)</a:t>
            </a:r>
            <a:endParaRPr lang="en-US" altLang="ko-KR" sz="1000">
              <a:solidFill>
                <a:schemeClr val="dk1"/>
              </a:solidFill>
            </a:endParaRPr>
          </a:p>
        </p:txBody>
      </p:sp>
      <p:sp>
        <p:nvSpPr>
          <p:cNvPr id="115" name="타원 83"/>
          <p:cNvSpPr/>
          <p:nvPr/>
        </p:nvSpPr>
        <p:spPr>
          <a:xfrm>
            <a:off x="1328480" y="401728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6" name=""/>
          <p:cNvSpPr/>
          <p:nvPr/>
        </p:nvSpPr>
        <p:spPr>
          <a:xfrm>
            <a:off x="581024" y="4752975"/>
            <a:ext cx="818893" cy="33337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주문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17" name=""/>
          <p:cNvSpPr/>
          <p:nvPr/>
        </p:nvSpPr>
        <p:spPr>
          <a:xfrm>
            <a:off x="1399917" y="4752975"/>
            <a:ext cx="904158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정보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8" name=""/>
          <p:cNvSpPr/>
          <p:nvPr/>
        </p:nvSpPr>
        <p:spPr>
          <a:xfrm>
            <a:off x="2304076" y="4752975"/>
            <a:ext cx="902432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9" name="타원 83"/>
          <p:cNvSpPr/>
          <p:nvPr/>
        </p:nvSpPr>
        <p:spPr>
          <a:xfrm>
            <a:off x="549422" y="468153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20" name=""/>
          <p:cNvSpPr/>
          <p:nvPr/>
        </p:nvSpPr>
        <p:spPr>
          <a:xfrm>
            <a:off x="581024" y="5086350"/>
            <a:ext cx="2625484" cy="104775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탭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0" name=""/>
          <p:cNvSpPr/>
          <p:nvPr/>
        </p:nvSpPr>
        <p:spPr>
          <a:xfrm>
            <a:off x="3899755" y="1123603"/>
            <a:ext cx="3643671" cy="515210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1" name=""/>
          <p:cNvSpPr/>
          <p:nvPr/>
        </p:nvSpPr>
        <p:spPr>
          <a:xfrm>
            <a:off x="4206199" y="1392418"/>
            <a:ext cx="2961262" cy="91440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2" name="타원 83"/>
          <p:cNvSpPr/>
          <p:nvPr/>
        </p:nvSpPr>
        <p:spPr>
          <a:xfrm>
            <a:off x="3828317" y="105216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7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3" name=""/>
          <p:cNvSpPr/>
          <p:nvPr/>
        </p:nvSpPr>
        <p:spPr>
          <a:xfrm>
            <a:off x="5305627" y="1601281"/>
            <a:ext cx="790372" cy="59159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별</a:t>
            </a: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en-US" altLang="ko-KR">
                <a:solidFill>
                  <a:schemeClr val="dk1"/>
                </a:solidFill>
              </a:rPr>
              <a:t>4.5</a:t>
            </a: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164" name=""/>
          <p:cNvSpPr/>
          <p:nvPr/>
        </p:nvSpPr>
        <p:spPr>
          <a:xfrm>
            <a:off x="4206199" y="2498330"/>
            <a:ext cx="2961262" cy="12013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글 상자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5" name="타원 83"/>
          <p:cNvSpPr/>
          <p:nvPr/>
        </p:nvSpPr>
        <p:spPr>
          <a:xfrm>
            <a:off x="4134761" y="13924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8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6" name="타원 83"/>
          <p:cNvSpPr/>
          <p:nvPr/>
        </p:nvSpPr>
        <p:spPr>
          <a:xfrm>
            <a:off x="6516011" y="377467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9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7" name=""/>
          <p:cNvSpPr/>
          <p:nvPr/>
        </p:nvSpPr>
        <p:spPr>
          <a:xfrm>
            <a:off x="6587449" y="3861537"/>
            <a:ext cx="580012" cy="25491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작성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68" name=""/>
          <p:cNvSpPr/>
          <p:nvPr/>
        </p:nvSpPr>
        <p:spPr>
          <a:xfrm>
            <a:off x="4206199" y="4310299"/>
            <a:ext cx="2961262" cy="181785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69" name=""/>
          <p:cNvSpPr/>
          <p:nvPr/>
        </p:nvSpPr>
        <p:spPr>
          <a:xfrm>
            <a:off x="4391988" y="4681537"/>
            <a:ext cx="2589684" cy="129992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70" name=""/>
          <p:cNvSpPr/>
          <p:nvPr/>
        </p:nvSpPr>
        <p:spPr>
          <a:xfrm>
            <a:off x="4530455" y="5086350"/>
            <a:ext cx="2347000" cy="76949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리뷰내용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71" name=""/>
          <p:cNvSpPr/>
          <p:nvPr/>
        </p:nvSpPr>
        <p:spPr>
          <a:xfrm>
            <a:off x="4530455" y="4752975"/>
            <a:ext cx="962632" cy="26193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작성자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172" name=""/>
          <p:cNvSpPr/>
          <p:nvPr/>
        </p:nvSpPr>
        <p:spPr>
          <a:xfrm>
            <a:off x="6030058" y="4752975"/>
            <a:ext cx="847397" cy="26193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평점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173" name="타원 83"/>
          <p:cNvSpPr/>
          <p:nvPr/>
        </p:nvSpPr>
        <p:spPr>
          <a:xfrm>
            <a:off x="4320550" y="4565211"/>
            <a:ext cx="209904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10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07.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장바구니 화면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7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64490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415202" y="1268759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45892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담아 놓은 장바구니 관리 페이지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 상품 목록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 상품 총 금액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결제 페이지로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장바구니에서 상품 삭제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"/>
          <p:cNvSpPr/>
          <p:nvPr/>
        </p:nvSpPr>
        <p:spPr>
          <a:xfrm>
            <a:off x="652462" y="2268773"/>
            <a:ext cx="2901234" cy="400693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74" name=""/>
          <p:cNvSpPr/>
          <p:nvPr/>
        </p:nvSpPr>
        <p:spPr>
          <a:xfrm>
            <a:off x="801836" y="2473012"/>
            <a:ext cx="2560705" cy="122664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75" name=""/>
          <p:cNvSpPr/>
          <p:nvPr/>
        </p:nvSpPr>
        <p:spPr>
          <a:xfrm>
            <a:off x="905742" y="2550851"/>
            <a:ext cx="1011213" cy="1038728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/>
              <a:t>이미지</a:t>
            </a:r>
            <a:endParaRPr lang="ko-KR" altLang="en-US" sz="1300"/>
          </a:p>
        </p:txBody>
      </p:sp>
      <p:sp>
        <p:nvSpPr>
          <p:cNvPr id="176" name="타원 83"/>
          <p:cNvSpPr/>
          <p:nvPr/>
        </p:nvSpPr>
        <p:spPr>
          <a:xfrm>
            <a:off x="581024" y="219733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78" name=""/>
          <p:cNvSpPr/>
          <p:nvPr/>
        </p:nvSpPr>
        <p:spPr>
          <a:xfrm>
            <a:off x="2082188" y="2587312"/>
            <a:ext cx="1070181" cy="265753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/>
              <a:t>이름</a:t>
            </a:r>
            <a:endParaRPr lang="ko-KR" altLang="en-US" sz="1300"/>
          </a:p>
        </p:txBody>
      </p:sp>
      <p:sp>
        <p:nvSpPr>
          <p:cNvPr id="179" name=""/>
          <p:cNvSpPr/>
          <p:nvPr/>
        </p:nvSpPr>
        <p:spPr>
          <a:xfrm>
            <a:off x="2080251" y="2941926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수량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1" name=""/>
          <p:cNvSpPr/>
          <p:nvPr/>
        </p:nvSpPr>
        <p:spPr>
          <a:xfrm>
            <a:off x="2076344" y="3319761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가격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2" name=""/>
          <p:cNvSpPr/>
          <p:nvPr/>
        </p:nvSpPr>
        <p:spPr>
          <a:xfrm>
            <a:off x="786681" y="3892186"/>
            <a:ext cx="2560705" cy="1226642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3" name=""/>
          <p:cNvSpPr/>
          <p:nvPr/>
        </p:nvSpPr>
        <p:spPr>
          <a:xfrm>
            <a:off x="890587" y="3970025"/>
            <a:ext cx="1011213" cy="1038728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이미지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4" name=""/>
          <p:cNvSpPr/>
          <p:nvPr/>
        </p:nvSpPr>
        <p:spPr>
          <a:xfrm>
            <a:off x="2067033" y="4006486"/>
            <a:ext cx="1070181" cy="265753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이름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5" name=""/>
          <p:cNvSpPr/>
          <p:nvPr/>
        </p:nvSpPr>
        <p:spPr>
          <a:xfrm>
            <a:off x="2065096" y="4361100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수량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6" name=""/>
          <p:cNvSpPr/>
          <p:nvPr/>
        </p:nvSpPr>
        <p:spPr>
          <a:xfrm>
            <a:off x="2061189" y="4738935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가격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7" name=""/>
          <p:cNvSpPr/>
          <p:nvPr/>
        </p:nvSpPr>
        <p:spPr>
          <a:xfrm>
            <a:off x="652462" y="5612656"/>
            <a:ext cx="2901234" cy="663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98" name="타원 83"/>
          <p:cNvSpPr/>
          <p:nvPr/>
        </p:nvSpPr>
        <p:spPr>
          <a:xfrm>
            <a:off x="581024" y="55412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99" name=""/>
          <p:cNvSpPr/>
          <p:nvPr/>
        </p:nvSpPr>
        <p:spPr>
          <a:xfrm>
            <a:off x="652462" y="5944181"/>
            <a:ext cx="2901234" cy="331525"/>
          </a:xfrm>
          <a:prstGeom prst="rect">
            <a:avLst/>
          </a:prstGeom>
          <a:solidFill>
            <a:srgbClr val="9be5c8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/>
              <a:t>주문하기</a:t>
            </a:r>
            <a:endParaRPr lang="ko-KR" altLang="en-US"/>
          </a:p>
        </p:txBody>
      </p:sp>
      <p:sp>
        <p:nvSpPr>
          <p:cNvPr id="201" name="타원 83"/>
          <p:cNvSpPr/>
          <p:nvPr/>
        </p:nvSpPr>
        <p:spPr>
          <a:xfrm>
            <a:off x="620860" y="587274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02" name=""/>
          <p:cNvSpPr/>
          <p:nvPr/>
        </p:nvSpPr>
        <p:spPr>
          <a:xfrm>
            <a:off x="1100136" y="5684094"/>
            <a:ext cx="1869840" cy="188649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 sz="1300"/>
              <a:t>10000</a:t>
            </a:r>
            <a:r>
              <a:rPr lang="ko-KR" altLang="en-US" sz="1300"/>
              <a:t>원</a:t>
            </a:r>
            <a:endParaRPr lang="ko-KR" altLang="en-US" sz="1300"/>
          </a:p>
        </p:txBody>
      </p:sp>
      <p:sp>
        <p:nvSpPr>
          <p:cNvPr id="203" name=""/>
          <p:cNvSpPr/>
          <p:nvPr/>
        </p:nvSpPr>
        <p:spPr>
          <a:xfrm>
            <a:off x="3234706" y="2397906"/>
            <a:ext cx="206310" cy="210639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/>
              <a:t>x</a:t>
            </a:r>
            <a:endParaRPr lang="en-US" altLang="ko-KR"/>
          </a:p>
        </p:txBody>
      </p:sp>
      <p:sp>
        <p:nvSpPr>
          <p:cNvPr id="204" name="타원 83"/>
          <p:cNvSpPr/>
          <p:nvPr/>
        </p:nvSpPr>
        <p:spPr>
          <a:xfrm>
            <a:off x="3163268" y="232646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08.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결제 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8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64490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415202" y="1268759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97413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장바구니에 있는 상품들 결제 페이지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내 주소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사용자가 저장한 주소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주소 검색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다음 주소검색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api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주문내역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구매할 상품들 전체 가격과 수량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쿠폰 선택 버튼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선택후 쿠폰 이름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쿠폰으로 할인되는 금액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가격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버튼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"/>
          <p:cNvSpPr/>
          <p:nvPr/>
        </p:nvSpPr>
        <p:spPr>
          <a:xfrm>
            <a:off x="652462" y="2268773"/>
            <a:ext cx="2901234" cy="400693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97" name=""/>
          <p:cNvSpPr/>
          <p:nvPr/>
        </p:nvSpPr>
        <p:spPr>
          <a:xfrm>
            <a:off x="652462" y="5612656"/>
            <a:ext cx="2901234" cy="663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98" name="타원 83"/>
          <p:cNvSpPr/>
          <p:nvPr/>
        </p:nvSpPr>
        <p:spPr>
          <a:xfrm>
            <a:off x="581024" y="55412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99" name=""/>
          <p:cNvSpPr/>
          <p:nvPr/>
        </p:nvSpPr>
        <p:spPr>
          <a:xfrm>
            <a:off x="652462" y="5944181"/>
            <a:ext cx="2901234" cy="331525"/>
          </a:xfrm>
          <a:prstGeom prst="rect">
            <a:avLst/>
          </a:prstGeom>
          <a:solidFill>
            <a:srgbClr val="9be5c8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/>
              <a:t>결제하기</a:t>
            </a:r>
            <a:endParaRPr lang="ko-KR" altLang="en-US"/>
          </a:p>
        </p:txBody>
      </p:sp>
      <p:sp>
        <p:nvSpPr>
          <p:cNvPr id="201" name="타원 83"/>
          <p:cNvSpPr/>
          <p:nvPr/>
        </p:nvSpPr>
        <p:spPr>
          <a:xfrm>
            <a:off x="620860" y="587274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02" name=""/>
          <p:cNvSpPr/>
          <p:nvPr/>
        </p:nvSpPr>
        <p:spPr>
          <a:xfrm>
            <a:off x="1100136" y="5684094"/>
            <a:ext cx="1869840" cy="188649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 sz="1300"/>
              <a:t>10000</a:t>
            </a:r>
            <a:r>
              <a:rPr lang="ko-KR" altLang="en-US" sz="1300"/>
              <a:t>원</a:t>
            </a:r>
            <a:endParaRPr lang="ko-KR" altLang="en-US" sz="1300"/>
          </a:p>
        </p:txBody>
      </p:sp>
      <p:sp>
        <p:nvSpPr>
          <p:cNvPr id="209" name=""/>
          <p:cNvSpPr/>
          <p:nvPr/>
        </p:nvSpPr>
        <p:spPr>
          <a:xfrm>
            <a:off x="663723" y="2263106"/>
            <a:ext cx="2889973" cy="130715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06" name=""/>
          <p:cNvSpPr/>
          <p:nvPr/>
        </p:nvSpPr>
        <p:spPr>
          <a:xfrm>
            <a:off x="766900" y="2702781"/>
            <a:ext cx="2672357" cy="300568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주소</a:t>
            </a:r>
            <a:r>
              <a:rPr lang="en-US" altLang="ko-KR" sz="1100">
                <a:solidFill>
                  <a:schemeClr val="dk1"/>
                </a:solidFill>
              </a:rPr>
              <a:t>1</a:t>
            </a:r>
            <a:endParaRPr lang="en-US" altLang="ko-KR" sz="1100">
              <a:solidFill>
                <a:schemeClr val="dk1"/>
              </a:solidFill>
            </a:endParaRPr>
          </a:p>
        </p:txBody>
      </p:sp>
      <p:sp>
        <p:nvSpPr>
          <p:cNvPr id="207" name=""/>
          <p:cNvSpPr/>
          <p:nvPr/>
        </p:nvSpPr>
        <p:spPr>
          <a:xfrm>
            <a:off x="766900" y="3128431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2(</a:t>
            </a: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상세주소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)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10" name="타원 83"/>
          <p:cNvSpPr/>
          <p:nvPr/>
        </p:nvSpPr>
        <p:spPr>
          <a:xfrm>
            <a:off x="573468" y="219733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1" name=""/>
          <p:cNvSpPr/>
          <p:nvPr/>
        </p:nvSpPr>
        <p:spPr>
          <a:xfrm>
            <a:off x="652462" y="3699654"/>
            <a:ext cx="2901234" cy="184156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12" name=""/>
          <p:cNvSpPr/>
          <p:nvPr/>
        </p:nvSpPr>
        <p:spPr>
          <a:xfrm>
            <a:off x="774456" y="4149468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상품명 	가격	수량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4" name="타원 83"/>
          <p:cNvSpPr/>
          <p:nvPr/>
        </p:nvSpPr>
        <p:spPr>
          <a:xfrm>
            <a:off x="573468" y="369965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5" name=""/>
          <p:cNvSpPr/>
          <p:nvPr/>
        </p:nvSpPr>
        <p:spPr>
          <a:xfrm>
            <a:off x="763122" y="4575119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상품명	가격	수량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6" name=""/>
          <p:cNvSpPr/>
          <p:nvPr/>
        </p:nvSpPr>
        <p:spPr>
          <a:xfrm>
            <a:off x="774456" y="5024034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상품명	가격	수량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7" name=""/>
          <p:cNvSpPr/>
          <p:nvPr/>
        </p:nvSpPr>
        <p:spPr>
          <a:xfrm>
            <a:off x="774456" y="3743421"/>
            <a:ext cx="1460878" cy="33419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주문내역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240" name=""/>
          <p:cNvSpPr/>
          <p:nvPr/>
        </p:nvSpPr>
        <p:spPr>
          <a:xfrm>
            <a:off x="774456" y="2340211"/>
            <a:ext cx="1260600" cy="24268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내 주소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241" name=""/>
          <p:cNvSpPr/>
          <p:nvPr/>
        </p:nvSpPr>
        <p:spPr>
          <a:xfrm>
            <a:off x="2167784" y="2340210"/>
            <a:ext cx="1260600" cy="24268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chemeClr val="dk1">
                <a:alpha val="100000"/>
              </a:scheme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주소검색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64" name="Shape 434"/>
          <p:cNvSpPr/>
          <p:nvPr/>
        </p:nvSpPr>
        <p:spPr>
          <a:xfrm>
            <a:off x="4097329" y="1123601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5" name="타원 50"/>
          <p:cNvSpPr/>
          <p:nvPr/>
        </p:nvSpPr>
        <p:spPr>
          <a:xfrm>
            <a:off x="4856292" y="1296430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66" name=""/>
          <p:cNvSpPr/>
          <p:nvPr/>
        </p:nvSpPr>
        <p:spPr>
          <a:xfrm>
            <a:off x="4093552" y="1420089"/>
            <a:ext cx="476250" cy="381000"/>
          </a:xfrm>
          <a:prstGeom prst="rect">
            <a:avLst/>
          </a:prstGeom>
          <a:solidFill>
            <a:srgbClr val="ffffff">
              <a:alpha val="100000"/>
            </a:srgbClr>
          </a:solidFill>
          <a:ln w="1270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267" name=""/>
          <p:cNvCxnSpPr/>
          <p:nvPr/>
        </p:nvCxnSpPr>
        <p:spPr>
          <a:xfrm rot="10800000">
            <a:off x="4133388" y="1610589"/>
            <a:ext cx="407838" cy="0"/>
          </a:xfrm>
          <a:prstGeom prst="straightConnector1">
            <a:avLst/>
          </a:prstGeom>
          <a:noFill/>
          <a:ln w="12700" cap="flat" cmpd="sng" algn="ctr">
            <a:solidFill>
              <a:srgbClr val="5e81d9">
                <a:alpha val="100000"/>
              </a:srgbClr>
            </a:solidFill>
            <a:prstDash val="solid"/>
            <a:tailEnd type="arrow"/>
          </a:ln>
        </p:spPr>
      </p:cxnSp>
      <p:sp>
        <p:nvSpPr>
          <p:cNvPr id="268" name=""/>
          <p:cNvSpPr/>
          <p:nvPr/>
        </p:nvSpPr>
        <p:spPr>
          <a:xfrm>
            <a:off x="4093552" y="2296444"/>
            <a:ext cx="2901234" cy="4006932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69" name=""/>
          <p:cNvSpPr/>
          <p:nvPr/>
        </p:nvSpPr>
        <p:spPr>
          <a:xfrm>
            <a:off x="4093552" y="5640327"/>
            <a:ext cx="2901234" cy="663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0" name="타원 83"/>
          <p:cNvSpPr/>
          <p:nvPr/>
        </p:nvSpPr>
        <p:spPr>
          <a:xfrm>
            <a:off x="4022114" y="556888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71" name=""/>
          <p:cNvSpPr/>
          <p:nvPr/>
        </p:nvSpPr>
        <p:spPr>
          <a:xfrm>
            <a:off x="4093552" y="5971852"/>
            <a:ext cx="2901234" cy="331525"/>
          </a:xfrm>
          <a:prstGeom prst="rect">
            <a:avLst/>
          </a:prstGeom>
          <a:solidFill>
            <a:srgbClr val="9be5c8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결제하기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2" name="타원 83"/>
          <p:cNvSpPr/>
          <p:nvPr/>
        </p:nvSpPr>
        <p:spPr>
          <a:xfrm>
            <a:off x="4061950" y="590041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73" name=""/>
          <p:cNvSpPr/>
          <p:nvPr/>
        </p:nvSpPr>
        <p:spPr>
          <a:xfrm>
            <a:off x="4541226" y="5711765"/>
            <a:ext cx="1869840" cy="18864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10000</a:t>
            </a: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원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4" name=""/>
          <p:cNvSpPr/>
          <p:nvPr/>
        </p:nvSpPr>
        <p:spPr>
          <a:xfrm>
            <a:off x="4085996" y="2296444"/>
            <a:ext cx="2908790" cy="147464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5" name=""/>
          <p:cNvSpPr/>
          <p:nvPr/>
        </p:nvSpPr>
        <p:spPr>
          <a:xfrm>
            <a:off x="4204212" y="2827863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쿠폰 선택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76" name=""/>
          <p:cNvSpPr/>
          <p:nvPr/>
        </p:nvSpPr>
        <p:spPr>
          <a:xfrm>
            <a:off x="4207990" y="3278716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쿠폰 적용 금액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7" name="타원 83"/>
          <p:cNvSpPr/>
          <p:nvPr/>
        </p:nvSpPr>
        <p:spPr>
          <a:xfrm>
            <a:off x="4014558" y="2225006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86" name=""/>
          <p:cNvSpPr/>
          <p:nvPr/>
        </p:nvSpPr>
        <p:spPr>
          <a:xfrm>
            <a:off x="4204826" y="2348832"/>
            <a:ext cx="1460878" cy="33419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쿠폰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09.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결제완료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9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266110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완료 페이지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1111475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완료 후 홈으로 이동 버튼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후 결제 정보는 관리자에서 관리 가능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후 업체 담당자에게 주문정보 전달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주문정보 전달 방식은 휴대폰 문자 및 카카오톡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완료후 사용자의 카카오톡으로 주문정보 전달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64" name="Shape 434"/>
          <p:cNvSpPr/>
          <p:nvPr/>
        </p:nvSpPr>
        <p:spPr>
          <a:xfrm>
            <a:off x="3899755" y="1123603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5" name="타원 50"/>
          <p:cNvSpPr/>
          <p:nvPr/>
        </p:nvSpPr>
        <p:spPr>
          <a:xfrm>
            <a:off x="4734917" y="1296431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87" name=""/>
          <p:cNvSpPr/>
          <p:nvPr/>
        </p:nvSpPr>
        <p:spPr>
          <a:xfrm>
            <a:off x="4326273" y="2223175"/>
            <a:ext cx="2056995" cy="70930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결제해주셔서</a:t>
            </a:r>
            <a:endParaRPr lang="ko-KR" altLang="en-US" sz="12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감사합니다</a:t>
            </a:r>
            <a:r>
              <a:rPr lang="en-US" altLang="ko-KR" sz="1200">
                <a:solidFill>
                  <a:schemeClr val="dk1"/>
                </a:solidFill>
              </a:rPr>
              <a:t>.</a:t>
            </a:r>
            <a:endParaRPr lang="en-US" altLang="ko-KR" sz="1200">
              <a:solidFill>
                <a:schemeClr val="dk1"/>
              </a:solidFill>
            </a:endParaRPr>
          </a:p>
          <a:p>
            <a:pPr algn="ctr">
              <a:defRPr/>
            </a:pPr>
            <a:endParaRPr lang="en-US" altLang="ko-KR" sz="1200">
              <a:solidFill>
                <a:schemeClr val="dk1"/>
              </a:solidFill>
            </a:endParaRPr>
          </a:p>
        </p:txBody>
      </p:sp>
      <p:sp>
        <p:nvSpPr>
          <p:cNvPr id="288" name=""/>
          <p:cNvSpPr/>
          <p:nvPr/>
        </p:nvSpPr>
        <p:spPr>
          <a:xfrm>
            <a:off x="4013672" y="3110670"/>
            <a:ext cx="2683409" cy="316503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89" name=""/>
          <p:cNvSpPr/>
          <p:nvPr/>
        </p:nvSpPr>
        <p:spPr>
          <a:xfrm>
            <a:off x="4133126" y="3699654"/>
            <a:ext cx="2442048" cy="32425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상품명	가격	수량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290" name=""/>
          <p:cNvSpPr/>
          <p:nvPr/>
        </p:nvSpPr>
        <p:spPr>
          <a:xfrm>
            <a:off x="4133125" y="3221274"/>
            <a:ext cx="1221024" cy="35465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주문내역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291" name=""/>
          <p:cNvSpPr/>
          <p:nvPr/>
        </p:nvSpPr>
        <p:spPr>
          <a:xfrm>
            <a:off x="4621651" y="2687873"/>
            <a:ext cx="1474348" cy="18746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집모양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292" name="타원 83"/>
          <p:cNvSpPr/>
          <p:nvPr/>
        </p:nvSpPr>
        <p:spPr>
          <a:xfrm>
            <a:off x="4550213" y="263872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93" name=""/>
          <p:cNvSpPr/>
          <p:nvPr/>
        </p:nvSpPr>
        <p:spPr>
          <a:xfrm>
            <a:off x="4133125" y="4146033"/>
            <a:ext cx="2442048" cy="32425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상품명	가격	수량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4" name=""/>
          <p:cNvSpPr/>
          <p:nvPr/>
        </p:nvSpPr>
        <p:spPr>
          <a:xfrm>
            <a:off x="4133125" y="4582982"/>
            <a:ext cx="2442048" cy="32425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상품명	가격	수량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5" name=""/>
          <p:cNvSpPr/>
          <p:nvPr/>
        </p:nvSpPr>
        <p:spPr>
          <a:xfrm>
            <a:off x="4133126" y="5527782"/>
            <a:ext cx="2442048" cy="7479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주문 배송지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297" name=""/>
          <p:cNvSpPr/>
          <p:nvPr/>
        </p:nvSpPr>
        <p:spPr>
          <a:xfrm>
            <a:off x="4137802" y="5021538"/>
            <a:ext cx="1221024" cy="37289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주문내역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10.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마이페이지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10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421711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마이페이지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로그인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로그아웃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내 배송지 설정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내 구매내역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내 찜목록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공지사항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내 리뷰 목록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각 메뉴로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1892449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1881886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7" name="타원 83"/>
          <p:cNvSpPr/>
          <p:nvPr/>
        </p:nvSpPr>
        <p:spPr>
          <a:xfrm>
            <a:off x="1810448" y="58254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98" name=""/>
          <p:cNvSpPr/>
          <p:nvPr/>
        </p:nvSpPr>
        <p:spPr>
          <a:xfrm>
            <a:off x="1881886" y="2022748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99" name=""/>
          <p:cNvSpPr/>
          <p:nvPr/>
        </p:nvSpPr>
        <p:spPr>
          <a:xfrm>
            <a:off x="1892449" y="2022748"/>
            <a:ext cx="720090" cy="66147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900">
                <a:solidFill>
                  <a:schemeClr val="dk1"/>
                </a:solidFill>
              </a:rPr>
              <a:t>로그인</a:t>
            </a:r>
            <a:endParaRPr lang="ko-KR" altLang="en-US" sz="9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900">
                <a:solidFill>
                  <a:schemeClr val="dk1"/>
                </a:solidFill>
              </a:rPr>
              <a:t>로그아웃</a:t>
            </a:r>
            <a:endParaRPr lang="ko-KR" altLang="en-US" sz="900">
              <a:solidFill>
                <a:schemeClr val="dk1"/>
              </a:solidFill>
            </a:endParaRPr>
          </a:p>
        </p:txBody>
      </p:sp>
      <p:sp>
        <p:nvSpPr>
          <p:cNvPr id="302" name=""/>
          <p:cNvSpPr/>
          <p:nvPr/>
        </p:nvSpPr>
        <p:spPr>
          <a:xfrm>
            <a:off x="2610212" y="2022747"/>
            <a:ext cx="720090" cy="66147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배송지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3" name=""/>
          <p:cNvSpPr/>
          <p:nvPr/>
        </p:nvSpPr>
        <p:spPr>
          <a:xfrm>
            <a:off x="3330302" y="2022747"/>
            <a:ext cx="720090" cy="66147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구매내역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4" name=""/>
          <p:cNvSpPr/>
          <p:nvPr/>
        </p:nvSpPr>
        <p:spPr>
          <a:xfrm>
            <a:off x="4050392" y="2022748"/>
            <a:ext cx="720090" cy="66147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찜목록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5" name="타원 83"/>
          <p:cNvSpPr/>
          <p:nvPr/>
        </p:nvSpPr>
        <p:spPr>
          <a:xfrm>
            <a:off x="1821011" y="195130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06" name=""/>
          <p:cNvSpPr/>
          <p:nvPr/>
        </p:nvSpPr>
        <p:spPr>
          <a:xfrm>
            <a:off x="1882924" y="2693751"/>
            <a:ext cx="2887558" cy="42644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공지사항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07" name=""/>
          <p:cNvSpPr/>
          <p:nvPr/>
        </p:nvSpPr>
        <p:spPr>
          <a:xfrm>
            <a:off x="1884069" y="3107330"/>
            <a:ext cx="2886413" cy="42644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장바구니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8" name=""/>
          <p:cNvSpPr/>
          <p:nvPr/>
        </p:nvSpPr>
        <p:spPr>
          <a:xfrm>
            <a:off x="1881886" y="3533775"/>
            <a:ext cx="2879071" cy="42644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9" name="타원 83"/>
          <p:cNvSpPr/>
          <p:nvPr/>
        </p:nvSpPr>
        <p:spPr>
          <a:xfrm>
            <a:off x="1821011" y="262231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10" name="타원 83"/>
          <p:cNvSpPr/>
          <p:nvPr/>
        </p:nvSpPr>
        <p:spPr>
          <a:xfrm>
            <a:off x="1821011" y="303589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11" name="타원 83"/>
          <p:cNvSpPr/>
          <p:nvPr/>
        </p:nvSpPr>
        <p:spPr>
          <a:xfrm>
            <a:off x="1821011" y="3429000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11.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구매내역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11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509589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65874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사용자의 주문내역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및 결제내역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해당 결제 최종 금액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상세 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내역 중 첫번째 상품 이미지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1892449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1881886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7" name="타원 83"/>
          <p:cNvSpPr/>
          <p:nvPr/>
        </p:nvSpPr>
        <p:spPr>
          <a:xfrm>
            <a:off x="1810448" y="58254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98" name=""/>
          <p:cNvSpPr/>
          <p:nvPr/>
        </p:nvSpPr>
        <p:spPr>
          <a:xfrm>
            <a:off x="1881886" y="2022748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12" name=""/>
          <p:cNvSpPr/>
          <p:nvPr/>
        </p:nvSpPr>
        <p:spPr>
          <a:xfrm>
            <a:off x="1892449" y="2022748"/>
            <a:ext cx="2886270" cy="38788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주문내역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313" name=""/>
          <p:cNvSpPr/>
          <p:nvPr/>
        </p:nvSpPr>
        <p:spPr>
          <a:xfrm>
            <a:off x="1881887" y="2775422"/>
            <a:ext cx="2896832" cy="114867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14" name=""/>
          <p:cNvSpPr/>
          <p:nvPr/>
        </p:nvSpPr>
        <p:spPr>
          <a:xfrm>
            <a:off x="1953324" y="2937550"/>
            <a:ext cx="982920" cy="762104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15" name=""/>
          <p:cNvSpPr/>
          <p:nvPr/>
        </p:nvSpPr>
        <p:spPr>
          <a:xfrm>
            <a:off x="3146604" y="3032826"/>
            <a:ext cx="1440180" cy="19052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날짜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316" name=""/>
          <p:cNvSpPr/>
          <p:nvPr/>
        </p:nvSpPr>
        <p:spPr>
          <a:xfrm>
            <a:off x="3954814" y="3429000"/>
            <a:ext cx="720090" cy="27065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상세보기</a:t>
            </a:r>
            <a:endParaRPr lang="ko-KR" altLang="en-US" sz="1000">
              <a:solidFill>
                <a:schemeClr val="dk1"/>
              </a:solidFill>
            </a:endParaRPr>
          </a:p>
        </p:txBody>
      </p:sp>
      <p:sp>
        <p:nvSpPr>
          <p:cNvPr id="321" name=""/>
          <p:cNvSpPr/>
          <p:nvPr/>
        </p:nvSpPr>
        <p:spPr>
          <a:xfrm>
            <a:off x="3146604" y="3429000"/>
            <a:ext cx="720090" cy="27065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금액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2" name=""/>
          <p:cNvSpPr/>
          <p:nvPr/>
        </p:nvSpPr>
        <p:spPr>
          <a:xfrm>
            <a:off x="1892449" y="4224172"/>
            <a:ext cx="2896832" cy="11486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3" name=""/>
          <p:cNvSpPr/>
          <p:nvPr/>
        </p:nvSpPr>
        <p:spPr>
          <a:xfrm>
            <a:off x="1963886" y="4386299"/>
            <a:ext cx="982920" cy="762104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4" name=""/>
          <p:cNvSpPr/>
          <p:nvPr/>
        </p:nvSpPr>
        <p:spPr>
          <a:xfrm>
            <a:off x="3157166" y="4481575"/>
            <a:ext cx="1440180" cy="19052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5" name=""/>
          <p:cNvSpPr/>
          <p:nvPr/>
        </p:nvSpPr>
        <p:spPr>
          <a:xfrm>
            <a:off x="3965376" y="4877749"/>
            <a:ext cx="720090" cy="27065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상세보기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6" name=""/>
          <p:cNvSpPr/>
          <p:nvPr/>
        </p:nvSpPr>
        <p:spPr>
          <a:xfrm>
            <a:off x="3157166" y="4877749"/>
            <a:ext cx="720090" cy="27065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금액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7" name="타원 83"/>
          <p:cNvSpPr/>
          <p:nvPr/>
        </p:nvSpPr>
        <p:spPr>
          <a:xfrm>
            <a:off x="1810449" y="270398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8" name="타원 83"/>
          <p:cNvSpPr/>
          <p:nvPr/>
        </p:nvSpPr>
        <p:spPr>
          <a:xfrm>
            <a:off x="3877256" y="335756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9" name="타원 83"/>
          <p:cNvSpPr/>
          <p:nvPr/>
        </p:nvSpPr>
        <p:spPr>
          <a:xfrm>
            <a:off x="3085728" y="335756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0" name="타원 83"/>
          <p:cNvSpPr/>
          <p:nvPr/>
        </p:nvSpPr>
        <p:spPr>
          <a:xfrm>
            <a:off x="1963886" y="2889950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12.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주문 상세내역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12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933539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65874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상세내역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382206" y="1123603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1215425" y="1268760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392768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382205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8" name=""/>
          <p:cNvSpPr/>
          <p:nvPr/>
        </p:nvSpPr>
        <p:spPr>
          <a:xfrm>
            <a:off x="382205" y="2022748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31" name=""/>
          <p:cNvSpPr/>
          <p:nvPr/>
        </p:nvSpPr>
        <p:spPr>
          <a:xfrm>
            <a:off x="549836" y="2675699"/>
            <a:ext cx="2536676" cy="79507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33" name=""/>
          <p:cNvSpPr/>
          <p:nvPr/>
        </p:nvSpPr>
        <p:spPr>
          <a:xfrm>
            <a:off x="665132" y="2798728"/>
            <a:ext cx="719441" cy="56744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사진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34" name=""/>
          <p:cNvSpPr/>
          <p:nvPr/>
        </p:nvSpPr>
        <p:spPr>
          <a:xfrm>
            <a:off x="1546701" y="2798729"/>
            <a:ext cx="1327420" cy="21602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상품명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336" name=""/>
          <p:cNvSpPr/>
          <p:nvPr/>
        </p:nvSpPr>
        <p:spPr>
          <a:xfrm>
            <a:off x="1546701" y="3172386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수량 </a:t>
            </a:r>
            <a:r>
              <a: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/</a:t>
            </a: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금액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37" name=""/>
          <p:cNvSpPr/>
          <p:nvPr/>
        </p:nvSpPr>
        <p:spPr>
          <a:xfrm>
            <a:off x="562283" y="3609765"/>
            <a:ext cx="2536676" cy="79507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38" name=""/>
          <p:cNvSpPr/>
          <p:nvPr/>
        </p:nvSpPr>
        <p:spPr>
          <a:xfrm>
            <a:off x="677579" y="3732794"/>
            <a:ext cx="719441" cy="56744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사진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39" name=""/>
          <p:cNvSpPr/>
          <p:nvPr/>
        </p:nvSpPr>
        <p:spPr>
          <a:xfrm>
            <a:off x="1559148" y="3732795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상품명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0" name=""/>
          <p:cNvSpPr/>
          <p:nvPr/>
        </p:nvSpPr>
        <p:spPr>
          <a:xfrm>
            <a:off x="1559148" y="4106452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수량 </a:t>
            </a:r>
            <a:r>
              <a: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/</a:t>
            </a: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금액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1" name=""/>
          <p:cNvSpPr/>
          <p:nvPr/>
        </p:nvSpPr>
        <p:spPr>
          <a:xfrm>
            <a:off x="562283" y="4570971"/>
            <a:ext cx="2536676" cy="79507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2" name=""/>
          <p:cNvSpPr/>
          <p:nvPr/>
        </p:nvSpPr>
        <p:spPr>
          <a:xfrm>
            <a:off x="677579" y="4694001"/>
            <a:ext cx="719441" cy="56744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사진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3" name=""/>
          <p:cNvSpPr/>
          <p:nvPr/>
        </p:nvSpPr>
        <p:spPr>
          <a:xfrm>
            <a:off x="1559148" y="4694001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상품명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4" name=""/>
          <p:cNvSpPr/>
          <p:nvPr/>
        </p:nvSpPr>
        <p:spPr>
          <a:xfrm>
            <a:off x="1559148" y="5067659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수량 </a:t>
            </a:r>
            <a:r>
              <a: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/</a:t>
            </a: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금액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4" name="Shape 434"/>
          <p:cNvSpPr/>
          <p:nvPr/>
        </p:nvSpPr>
        <p:spPr>
          <a:xfrm>
            <a:off x="3889193" y="1101365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65" name="타원 50"/>
          <p:cNvSpPr/>
          <p:nvPr/>
        </p:nvSpPr>
        <p:spPr>
          <a:xfrm>
            <a:off x="4722412" y="1246522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6" name=""/>
          <p:cNvSpPr/>
          <p:nvPr/>
        </p:nvSpPr>
        <p:spPr>
          <a:xfrm>
            <a:off x="3899755" y="5803211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67" name=""/>
          <p:cNvGraphicFramePr>
            <a:graphicFrameLocks noGrp="1"/>
          </p:cNvGraphicFramePr>
          <p:nvPr/>
        </p:nvGraphicFramePr>
        <p:xfrm>
          <a:off x="3889192" y="5803212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69" name=""/>
          <p:cNvSpPr/>
          <p:nvPr/>
        </p:nvSpPr>
        <p:spPr>
          <a:xfrm>
            <a:off x="3889192" y="2000510"/>
            <a:ext cx="2896833" cy="380270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2" name=""/>
          <p:cNvSpPr/>
          <p:nvPr/>
        </p:nvSpPr>
        <p:spPr>
          <a:xfrm>
            <a:off x="4074470" y="2155877"/>
            <a:ext cx="2512979" cy="116510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83" name=""/>
          <p:cNvSpPr/>
          <p:nvPr/>
        </p:nvSpPr>
        <p:spPr>
          <a:xfrm>
            <a:off x="4226465" y="2278907"/>
            <a:ext cx="2158324" cy="37365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주소 </a:t>
            </a:r>
            <a:r>
              <a:rPr lang="en-US" altLang="ko-KR">
                <a:solidFill>
                  <a:schemeClr val="dk1"/>
                </a:solidFill>
              </a:rPr>
              <a:t>1</a:t>
            </a: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384" name=""/>
          <p:cNvSpPr/>
          <p:nvPr/>
        </p:nvSpPr>
        <p:spPr>
          <a:xfrm>
            <a:off x="4226465" y="2839315"/>
            <a:ext cx="2158324" cy="37365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6" name=""/>
          <p:cNvSpPr/>
          <p:nvPr/>
        </p:nvSpPr>
        <p:spPr>
          <a:xfrm>
            <a:off x="4074470" y="3429000"/>
            <a:ext cx="2512979" cy="171940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87" name=""/>
          <p:cNvSpPr/>
          <p:nvPr/>
        </p:nvSpPr>
        <p:spPr>
          <a:xfrm>
            <a:off x="4226465" y="3586630"/>
            <a:ext cx="2158324" cy="33746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사용 쿠폰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388" name=""/>
          <p:cNvSpPr/>
          <p:nvPr/>
        </p:nvSpPr>
        <p:spPr>
          <a:xfrm>
            <a:off x="4226466" y="4174179"/>
            <a:ext cx="2158324" cy="3374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배송비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9" name=""/>
          <p:cNvSpPr/>
          <p:nvPr/>
        </p:nvSpPr>
        <p:spPr>
          <a:xfrm>
            <a:off x="4226465" y="4694001"/>
            <a:ext cx="2158324" cy="3374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총 할인 금액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0" name=""/>
          <p:cNvSpPr/>
          <p:nvPr/>
        </p:nvSpPr>
        <p:spPr>
          <a:xfrm>
            <a:off x="4074470" y="5340040"/>
            <a:ext cx="2512979" cy="3374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총 금액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1" name=""/>
          <p:cNvSpPr/>
          <p:nvPr/>
        </p:nvSpPr>
        <p:spPr>
          <a:xfrm>
            <a:off x="677579" y="2155877"/>
            <a:ext cx="2160270" cy="30985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날짜</a:t>
            </a:r>
            <a:endParaRPr lang="ko-KR" altLang="en-US" sz="1300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13.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배송지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13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45892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저장한 배송지목록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배송지 입력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내 주소 삭제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주소 추가 페이지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주소검색 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api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오픈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입력된 값 추가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513934" y="1123602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1347153" y="1268759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524496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513933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8" name=""/>
          <p:cNvSpPr/>
          <p:nvPr/>
        </p:nvSpPr>
        <p:spPr>
          <a:xfrm>
            <a:off x="513933" y="2022747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06" name=""/>
          <p:cNvSpPr/>
          <p:nvPr/>
        </p:nvSpPr>
        <p:spPr>
          <a:xfrm>
            <a:off x="619746" y="2693751"/>
            <a:ext cx="2700337" cy="396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주소 </a:t>
            </a:r>
            <a:r>
              <a:rPr lang="en-US" altLang="ko-KR" sz="1100">
                <a:solidFill>
                  <a:schemeClr val="dk1"/>
                </a:solidFill>
              </a:rPr>
              <a:t>1</a:t>
            </a:r>
            <a:endParaRPr lang="en-US" altLang="ko-KR" sz="1100">
              <a:solidFill>
                <a:schemeClr val="dk1"/>
              </a:solidFill>
            </a:endParaRPr>
          </a:p>
        </p:txBody>
      </p:sp>
      <p:sp>
        <p:nvSpPr>
          <p:cNvPr id="307" name=""/>
          <p:cNvSpPr/>
          <p:nvPr/>
        </p:nvSpPr>
        <p:spPr>
          <a:xfrm>
            <a:off x="604940" y="3320553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8" name=""/>
          <p:cNvSpPr/>
          <p:nvPr/>
        </p:nvSpPr>
        <p:spPr>
          <a:xfrm>
            <a:off x="623990" y="3893820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3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2" name=""/>
          <p:cNvSpPr/>
          <p:nvPr/>
        </p:nvSpPr>
        <p:spPr>
          <a:xfrm>
            <a:off x="799086" y="2207367"/>
            <a:ext cx="2304288" cy="28803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내 주소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14" name=""/>
          <p:cNvSpPr/>
          <p:nvPr/>
        </p:nvSpPr>
        <p:spPr>
          <a:xfrm>
            <a:off x="798185" y="5340718"/>
            <a:ext cx="2350850" cy="2938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추가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315" name=""/>
          <p:cNvCxnSpPr/>
          <p:nvPr/>
        </p:nvCxnSpPr>
        <p:spPr>
          <a:xfrm rot="5400000" flipH="1" flipV="1">
            <a:off x="2476472" y="4064361"/>
            <a:ext cx="2058644" cy="78792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6" name="Shape 434"/>
          <p:cNvSpPr/>
          <p:nvPr/>
        </p:nvSpPr>
        <p:spPr>
          <a:xfrm>
            <a:off x="4023073" y="1123604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17" name="타원 50"/>
          <p:cNvSpPr/>
          <p:nvPr/>
        </p:nvSpPr>
        <p:spPr>
          <a:xfrm>
            <a:off x="4856292" y="1268761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8" name=""/>
          <p:cNvSpPr/>
          <p:nvPr/>
        </p:nvSpPr>
        <p:spPr>
          <a:xfrm>
            <a:off x="4033635" y="5825450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19" name=""/>
          <p:cNvGraphicFramePr>
            <a:graphicFrameLocks noGrp="1"/>
          </p:cNvGraphicFramePr>
          <p:nvPr/>
        </p:nvGraphicFramePr>
        <p:xfrm>
          <a:off x="4023072" y="5825451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20" name=""/>
          <p:cNvSpPr/>
          <p:nvPr/>
        </p:nvSpPr>
        <p:spPr>
          <a:xfrm>
            <a:off x="4023072" y="2022749"/>
            <a:ext cx="2896833" cy="380270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1" name=""/>
          <p:cNvSpPr/>
          <p:nvPr/>
        </p:nvSpPr>
        <p:spPr>
          <a:xfrm>
            <a:off x="4157324" y="3305255"/>
            <a:ext cx="2628328" cy="36004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우편번호 입력창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2" name=""/>
          <p:cNvSpPr/>
          <p:nvPr/>
        </p:nvSpPr>
        <p:spPr>
          <a:xfrm>
            <a:off x="4140911" y="3822382"/>
            <a:ext cx="2628328" cy="36004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입력창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3" name=""/>
          <p:cNvSpPr/>
          <p:nvPr/>
        </p:nvSpPr>
        <p:spPr>
          <a:xfrm>
            <a:off x="4150436" y="4358501"/>
            <a:ext cx="2628328" cy="36004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상세주소 입력창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4" name=""/>
          <p:cNvSpPr/>
          <p:nvPr/>
        </p:nvSpPr>
        <p:spPr>
          <a:xfrm>
            <a:off x="4298700" y="2197843"/>
            <a:ext cx="2304288" cy="2938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검색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5" name=""/>
          <p:cNvSpPr/>
          <p:nvPr/>
        </p:nvSpPr>
        <p:spPr>
          <a:xfrm>
            <a:off x="4307323" y="5340719"/>
            <a:ext cx="2350850" cy="2938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추가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6" name=""/>
          <p:cNvSpPr/>
          <p:nvPr/>
        </p:nvSpPr>
        <p:spPr>
          <a:xfrm>
            <a:off x="3204456" y="2588431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8" name=""/>
          <p:cNvSpPr/>
          <p:nvPr/>
        </p:nvSpPr>
        <p:spPr>
          <a:xfrm>
            <a:off x="3204456" y="3210877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0" name=""/>
          <p:cNvSpPr/>
          <p:nvPr/>
        </p:nvSpPr>
        <p:spPr>
          <a:xfrm>
            <a:off x="3193862" y="3822382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2" name="타원 83"/>
          <p:cNvSpPr/>
          <p:nvPr/>
        </p:nvSpPr>
        <p:spPr>
          <a:xfrm>
            <a:off x="3339328" y="251699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3" name="타원 83"/>
          <p:cNvSpPr/>
          <p:nvPr/>
        </p:nvSpPr>
        <p:spPr>
          <a:xfrm>
            <a:off x="3050986" y="5269280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4" name="타원 83"/>
          <p:cNvSpPr/>
          <p:nvPr/>
        </p:nvSpPr>
        <p:spPr>
          <a:xfrm>
            <a:off x="6531550" y="526928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6" name=""/>
          <p:cNvSpPr/>
          <p:nvPr/>
        </p:nvSpPr>
        <p:spPr>
          <a:xfrm>
            <a:off x="4157324" y="2729755"/>
            <a:ext cx="2628328" cy="36004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배송지 별명 입력창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7" name="타원 83"/>
          <p:cNvSpPr/>
          <p:nvPr/>
        </p:nvSpPr>
        <p:spPr>
          <a:xfrm>
            <a:off x="6531550" y="213592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14.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마이 리뷰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14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45892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담아 놓은 장바구니 관리 페이지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내 리뷰 삭제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주소 추가 페이지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주소검색 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api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오픈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입력된 값 추가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513934" y="1123602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1347153" y="1268759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524496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513933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8" name=""/>
          <p:cNvSpPr/>
          <p:nvPr/>
        </p:nvSpPr>
        <p:spPr>
          <a:xfrm>
            <a:off x="513933" y="2022747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06" name=""/>
          <p:cNvSpPr/>
          <p:nvPr/>
        </p:nvSpPr>
        <p:spPr>
          <a:xfrm>
            <a:off x="619746" y="2693751"/>
            <a:ext cx="2700337" cy="396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리뷰 </a:t>
            </a:r>
            <a:r>
              <a:rPr lang="en-US" altLang="ko-KR" sz="1100">
                <a:solidFill>
                  <a:schemeClr val="dk1"/>
                </a:solidFill>
              </a:rPr>
              <a:t>1</a:t>
            </a:r>
            <a:endParaRPr lang="en-US" altLang="ko-KR" sz="1100">
              <a:solidFill>
                <a:schemeClr val="dk1"/>
              </a:solidFill>
            </a:endParaRPr>
          </a:p>
        </p:txBody>
      </p:sp>
      <p:sp>
        <p:nvSpPr>
          <p:cNvPr id="307" name=""/>
          <p:cNvSpPr/>
          <p:nvPr/>
        </p:nvSpPr>
        <p:spPr>
          <a:xfrm>
            <a:off x="604940" y="3320553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8" name=""/>
          <p:cNvSpPr/>
          <p:nvPr/>
        </p:nvSpPr>
        <p:spPr>
          <a:xfrm>
            <a:off x="623990" y="3893820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3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2" name=""/>
          <p:cNvSpPr/>
          <p:nvPr/>
        </p:nvSpPr>
        <p:spPr>
          <a:xfrm>
            <a:off x="799086" y="2207367"/>
            <a:ext cx="2304288" cy="28803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리뷰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16" name="Shape 434"/>
          <p:cNvSpPr/>
          <p:nvPr/>
        </p:nvSpPr>
        <p:spPr>
          <a:xfrm>
            <a:off x="4023073" y="1123604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17" name="타원 50"/>
          <p:cNvSpPr/>
          <p:nvPr/>
        </p:nvSpPr>
        <p:spPr>
          <a:xfrm>
            <a:off x="4856292" y="1268761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8" name=""/>
          <p:cNvSpPr/>
          <p:nvPr/>
        </p:nvSpPr>
        <p:spPr>
          <a:xfrm>
            <a:off x="4033635" y="5825450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19" name=""/>
          <p:cNvGraphicFramePr>
            <a:graphicFrameLocks noGrp="1"/>
          </p:cNvGraphicFramePr>
          <p:nvPr/>
        </p:nvGraphicFramePr>
        <p:xfrm>
          <a:off x="4023072" y="5825451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20" name=""/>
          <p:cNvSpPr/>
          <p:nvPr/>
        </p:nvSpPr>
        <p:spPr>
          <a:xfrm>
            <a:off x="4023072" y="2022749"/>
            <a:ext cx="2896833" cy="380270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6" name=""/>
          <p:cNvSpPr/>
          <p:nvPr/>
        </p:nvSpPr>
        <p:spPr>
          <a:xfrm>
            <a:off x="3204456" y="2588431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8" name=""/>
          <p:cNvSpPr/>
          <p:nvPr/>
        </p:nvSpPr>
        <p:spPr>
          <a:xfrm>
            <a:off x="3204456" y="3210877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0" name=""/>
          <p:cNvSpPr/>
          <p:nvPr/>
        </p:nvSpPr>
        <p:spPr>
          <a:xfrm>
            <a:off x="3193862" y="3822382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2" name="타원 83"/>
          <p:cNvSpPr/>
          <p:nvPr/>
        </p:nvSpPr>
        <p:spPr>
          <a:xfrm>
            <a:off x="3339328" y="251699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40" name=""/>
          <p:cNvSpPr/>
          <p:nvPr/>
        </p:nvSpPr>
        <p:spPr>
          <a:xfrm>
            <a:off x="4235886" y="2207367"/>
            <a:ext cx="2471205" cy="340528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41" name=""/>
          <p:cNvSpPr/>
          <p:nvPr/>
        </p:nvSpPr>
        <p:spPr>
          <a:xfrm>
            <a:off x="4378762" y="2946594"/>
            <a:ext cx="2158022" cy="964811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/>
              <a:t>이미지</a:t>
            </a:r>
            <a:endParaRPr lang="ko-KR" altLang="en-US" sz="1400"/>
          </a:p>
        </p:txBody>
      </p:sp>
      <p:sp>
        <p:nvSpPr>
          <p:cNvPr id="342" name=""/>
          <p:cNvSpPr/>
          <p:nvPr/>
        </p:nvSpPr>
        <p:spPr>
          <a:xfrm>
            <a:off x="4378762" y="4091844"/>
            <a:ext cx="2158022" cy="66082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>
                <a:solidFill>
                  <a:schemeClr val="dk1"/>
                </a:solidFill>
              </a:rPr>
              <a:t>점수</a:t>
            </a:r>
            <a:endParaRPr lang="ko-KR" altLang="en-US" sz="14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400">
                <a:solidFill>
                  <a:schemeClr val="dk1"/>
                </a:solidFill>
              </a:rPr>
              <a:t>리뷰내용</a:t>
            </a:r>
            <a:endParaRPr lang="ko-KR" altLang="en-US" sz="1400">
              <a:solidFill>
                <a:schemeClr val="dk1"/>
              </a:solidFill>
            </a:endParaRPr>
          </a:p>
        </p:txBody>
      </p:sp>
      <p:sp>
        <p:nvSpPr>
          <p:cNvPr id="343" name=""/>
          <p:cNvSpPr/>
          <p:nvPr/>
        </p:nvSpPr>
        <p:spPr>
          <a:xfrm>
            <a:off x="4378762" y="2264517"/>
            <a:ext cx="2158022" cy="58854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상품명</a:t>
            </a:r>
            <a:endParaRPr lang="ko-KR" altLang="en-US" sz="13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	날짜</a:t>
            </a:r>
            <a:endParaRPr lang="ko-KR" altLang="en-US" sz="1300">
              <a:solidFill>
                <a:schemeClr val="dk1"/>
              </a:solidFill>
            </a:endParaRPr>
          </a:p>
        </p:txBody>
      </p:sp>
      <p:cxnSp>
        <p:nvCxnSpPr>
          <p:cNvPr id="344" name=""/>
          <p:cNvCxnSpPr/>
          <p:nvPr/>
        </p:nvCxnSpPr>
        <p:spPr>
          <a:xfrm flipV="1">
            <a:off x="2990242" y="2351385"/>
            <a:ext cx="1043393" cy="59520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5" name=""/>
          <p:cNvSpPr/>
          <p:nvPr/>
        </p:nvSpPr>
        <p:spPr>
          <a:xfrm>
            <a:off x="4378762" y="4752673"/>
            <a:ext cx="2158022" cy="66082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4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리뷰답변</a:t>
            </a:r>
            <a:endParaRPr xmlns:mc="http://schemas.openxmlformats.org/markup-compatibility/2006" xmlns:hp="http://schemas.haansoft.com/office/presentation/8.0" kumimoji="0" lang="ko-KR" altLang="en-US" sz="14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0000ff"/>
      </a:hlink>
      <a:folHlink>
        <a:srgbClr val="800080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0000ff"/>
      </a:hlink>
      <a:folHlink>
        <a:srgbClr val="800080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1032</ep:Words>
  <ep:PresentationFormat>화면 슬라이드 쇼(4:3)</ep:PresentationFormat>
  <ep:Paragraphs>307</ep:Paragraphs>
  <ep:Slides>14</ep:Slides>
  <ep:Notes>14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ep:HeadingPairs>
  <ep:TitlesOfParts>
    <vt:vector size="15" baseType="lpstr">
      <vt:lpstr>한컴오피스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2021-05-22T07:57:19.622</dcterms:created>
  <dc:creator>HighTech</dc:creator>
  <cp:lastModifiedBy>HighTech</cp:lastModifiedBy>
  <dcterms:modified xsi:type="dcterms:W3CDTF">2021-05-27T14:37:48.075</dcterms:modified>
  <cp:revision>154</cp:revision>
  <cp:version>1100.0100.01</cp:version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