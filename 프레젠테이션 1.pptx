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77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1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presProps" Target="presProps.xml"  /><Relationship Id="rId19" Type="http://schemas.openxmlformats.org/officeDocument/2006/relationships/viewProps" Target="viewProps.xml"  /><Relationship Id="rId2" Type="http://schemas.openxmlformats.org/officeDocument/2006/relationships/notesMaster" Target="notesMasters/notesMaster1.xml"  /><Relationship Id="rId20" Type="http://schemas.openxmlformats.org/officeDocument/2006/relationships/theme" Target="theme/theme1.xml"  /><Relationship Id="rId21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7911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87880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193139" y="3870972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48" name="Shape 150"/>
          <p:cNvSpPr/>
          <p:nvPr/>
        </p:nvSpPr>
        <p:spPr>
          <a:xfrm>
            <a:off x="2193140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49" name="Shape 150"/>
          <p:cNvSpPr/>
          <p:nvPr/>
        </p:nvSpPr>
        <p:spPr>
          <a:xfrm>
            <a:off x="3381248" y="4327077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6" name="타원 35"/>
          <p:cNvSpPr/>
          <p:nvPr/>
        </p:nvSpPr>
        <p:spPr>
          <a:xfrm>
            <a:off x="4460049" y="382483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3132590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4453754" y="427872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3789040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1058</ep:Words>
  <ep:PresentationFormat>화면 슬라이드 쇼(4:3)</ep:PresentationFormat>
  <ep:Paragraphs>323</ep:Paragraphs>
  <ep:Slides>15</ep:Slides>
  <ep:Notes>15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ep:HeadingPairs>
  <ep:TitlesOfParts>
    <vt:vector size="16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2021-05-28T13:41:20.838</dcterms:modified>
  <cp:revision>159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