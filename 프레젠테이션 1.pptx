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97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8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presProps" Target="presProps.xml"  /><Relationship Id="rId25" Type="http://schemas.openxmlformats.org/officeDocument/2006/relationships/viewProps" Target="viewProps.xml"  /><Relationship Id="rId26" Type="http://schemas.openxmlformats.org/officeDocument/2006/relationships/theme" Target="theme/theme1.xml"  /><Relationship Id="rId27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95606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664349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1328699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1288</ep:Words>
  <ep:PresentationFormat>화면 슬라이드 쇼(4:3)</ep:PresentationFormat>
  <ep:Paragraphs>340</ep:Paragraphs>
  <ep:Slides>21</ep:Slides>
  <ep:Notes>21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ep:HeadingPairs>
  <ep:TitlesOfParts>
    <vt:vector size="22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2021-05-30T14:43:35.870</dcterms:modified>
  <cp:revision>211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