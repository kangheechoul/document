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82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5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presProps" Target="presProps.xml"  /><Relationship Id="rId12" Type="http://schemas.openxmlformats.org/officeDocument/2006/relationships/viewProps" Target="viewProps.xml"  /><Relationship Id="rId13" Type="http://schemas.openxmlformats.org/officeDocument/2006/relationships/theme" Target="theme/theme1.xml"  /><Relationship Id="rId14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2021-05-24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7911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87880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193139" y="3870972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48" name="Shape 150"/>
          <p:cNvSpPr/>
          <p:nvPr/>
        </p:nvSpPr>
        <p:spPr>
          <a:xfrm>
            <a:off x="2193140" y="4327077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49" name="Shape 150"/>
          <p:cNvSpPr/>
          <p:nvPr/>
        </p:nvSpPr>
        <p:spPr>
          <a:xfrm>
            <a:off x="3381248" y="4327077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6" name="타원 35"/>
          <p:cNvSpPr/>
          <p:nvPr/>
        </p:nvSpPr>
        <p:spPr>
          <a:xfrm>
            <a:off x="4460049" y="382483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타원 52"/>
          <p:cNvSpPr/>
          <p:nvPr/>
        </p:nvSpPr>
        <p:spPr>
          <a:xfrm>
            <a:off x="3132590" y="427872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0" name="타원 49"/>
          <p:cNvSpPr/>
          <p:nvPr/>
        </p:nvSpPr>
        <p:spPr>
          <a:xfrm>
            <a:off x="4453754" y="427872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3789040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44906" y="2582896"/>
            <a:ext cx="2908790" cy="9930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81024" y="251145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4152354"/>
            <a:ext cx="2908790" cy="9930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272240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3" name=""/>
          <p:cNvSpPr/>
          <p:nvPr/>
        </p:nvSpPr>
        <p:spPr>
          <a:xfrm>
            <a:off x="774456" y="4697890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620860" y="408091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677</ep:Words>
  <ep:PresentationFormat>화면 슬라이드 쇼(4:3)</ep:PresentationFormat>
  <ep:Paragraphs>178</ep:Paragraphs>
  <ep:Slides>8</ep:Slides>
  <ep:Notes>8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ep:HeadingPairs>
  <ep:TitlesOfParts>
    <vt:vector size="9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2021-05-24T14:25:59.679</dcterms:modified>
  <cp:revision>81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