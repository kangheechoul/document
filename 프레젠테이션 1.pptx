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93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8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presProps" Target="presProps.xml"  /><Relationship Id="rId26" Type="http://schemas.openxmlformats.org/officeDocument/2006/relationships/viewProps" Target="viewProps.xml"  /><Relationship Id="rId27" Type="http://schemas.openxmlformats.org/officeDocument/2006/relationships/theme" Target="theme/theme1.xml"  /><Relationship Id="rId28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2021-05-30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3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3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3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3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5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21711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81886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59745" cy="295606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664349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1328699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전체 주문내역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주문번호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현재 날짜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+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시간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통계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상품별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지역별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작성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등록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명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 여부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상품 명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노출여부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판매중지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목록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답변하기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고객문의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고객문의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1309</ep:Words>
  <ep:PresentationFormat>화면 슬라이드 쇼(4:3)</ep:PresentationFormat>
  <ep:Paragraphs>342</ep:Paragraphs>
  <ep:Slides>22</ep:Slides>
  <ep:Notes>22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ep:HeadingPairs>
  <ep:TitlesOfParts>
    <vt:vector size="23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2021-05-30T14:09:59.343</dcterms:modified>
  <cp:revision>207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